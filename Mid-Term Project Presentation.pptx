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7" r:id="rId5"/>
    <p:sldMasterId id="2147483708" r:id="rId6"/>
    <p:sldMasterId id="2147483709" r:id="rId7"/>
    <p:sldMasterId id="214748371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Lst>
  <p:sldSz cy="5143500" cx="9144000"/>
  <p:notesSz cx="6858000" cy="9144000"/>
  <p:embeddedFontLst>
    <p:embeddedFont>
      <p:font typeface="Proxima Nova"/>
      <p:regular r:id="rId20"/>
      <p:bold r:id="rId21"/>
      <p:italic r:id="rId22"/>
      <p:boldItalic r:id="rId23"/>
    </p:embeddedFont>
    <p:embeddedFont>
      <p:font typeface="Jost"/>
      <p:regular r:id="rId24"/>
      <p:bold r:id="rId25"/>
      <p:italic r:id="rId26"/>
      <p:boldItalic r:id="rId27"/>
    </p:embeddedFont>
    <p:embeddedFont>
      <p:font typeface="Jost SemiBold"/>
      <p:regular r:id="rId28"/>
      <p:bold r:id="rId29"/>
      <p:italic r:id="rId30"/>
      <p:boldItalic r:id="rId31"/>
    </p:embeddedFont>
    <p:embeddedFont>
      <p:font typeface="Cambria Math"/>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DD0F2E-0E2E-4E34-956D-0EB346A945BF}">
  <a:tblStyle styleId="{8BDD0F2E-0E2E-4E34-956D-0EB346A945B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22" Type="http://schemas.openxmlformats.org/officeDocument/2006/relationships/font" Target="fonts/ProximaNova-italic.fntdata"/><Relationship Id="rId21" Type="http://schemas.openxmlformats.org/officeDocument/2006/relationships/font" Target="fonts/ProximaNova-bold.fntdata"/><Relationship Id="rId24" Type="http://schemas.openxmlformats.org/officeDocument/2006/relationships/font" Target="fonts/Jost-regular.fntdata"/><Relationship Id="rId23" Type="http://schemas.openxmlformats.org/officeDocument/2006/relationships/font" Target="fonts/ProximaNova-boldItalic.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font" Target="fonts/Jost-italic.fntdata"/><Relationship Id="rId25" Type="http://schemas.openxmlformats.org/officeDocument/2006/relationships/font" Target="fonts/Jost-bold.fntdata"/><Relationship Id="rId28" Type="http://schemas.openxmlformats.org/officeDocument/2006/relationships/font" Target="fonts/JostSemiBold-regular.fntdata"/><Relationship Id="rId27" Type="http://schemas.openxmlformats.org/officeDocument/2006/relationships/font" Target="fonts/Jost-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JostSemiBold-bold.fntdata"/><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JostSemiBold-boldItalic.fntdata"/><Relationship Id="rId30" Type="http://schemas.openxmlformats.org/officeDocument/2006/relationships/font" Target="fonts/JostSemiBold-italic.fntdata"/><Relationship Id="rId11" Type="http://schemas.openxmlformats.org/officeDocument/2006/relationships/slide" Target="slides/slide2.xml"/><Relationship Id="rId10" Type="http://schemas.openxmlformats.org/officeDocument/2006/relationships/slide" Target="slides/slide1.xml"/><Relationship Id="rId32" Type="http://schemas.openxmlformats.org/officeDocument/2006/relationships/font" Target="fonts/CambriaMath-regular.fntdata"/><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cb3719048b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cb3719048b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cb3719048b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cb3719048b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Re-state to this to one sentence and state– we hoped to be a bit later on. (Too much time taken up time series). </a:t>
            </a:r>
            <a:endParaRPr/>
          </a:p>
          <a:p>
            <a:pPr indent="0" lvl="0" marL="0" rtl="0" algn="l">
              <a:spcBef>
                <a:spcPts val="0"/>
              </a:spcBef>
              <a:spcAft>
                <a:spcPts val="0"/>
              </a:spcAft>
              <a:buNone/>
            </a:pPr>
            <a:r>
              <a:rPr lang="en"/>
              <a:t>Why it matters</a:t>
            </a:r>
            <a:endParaRPr/>
          </a:p>
          <a:p>
            <a:pPr indent="0" lvl="0" marL="0" rtl="0" algn="l">
              <a:spcBef>
                <a:spcPts val="0"/>
              </a:spcBef>
              <a:spcAft>
                <a:spcPts val="0"/>
              </a:spcAft>
              <a:buNone/>
            </a:pPr>
            <a:r>
              <a:rPr lang="en"/>
              <a:t>What we planned on </a:t>
            </a:r>
            <a:r>
              <a:rPr lang="en"/>
              <a:t>achieving</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cb3719048b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cb3719048b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chemeClr val="dk1"/>
                </a:solidFill>
                <a:highlight>
                  <a:srgbClr val="FFFFFF"/>
                </a:highlight>
              </a:rPr>
              <a:t>We have two missing values. They occur because Meteorological yearly means take data from December of the previous year through November of the current year. In these two places, the previous change in December anomaly is not included in the data set. This caused missing data in the Dec-Nov </a:t>
            </a:r>
            <a:r>
              <a:rPr lang="en" sz="1050">
                <a:solidFill>
                  <a:schemeClr val="dk1"/>
                </a:solidFill>
                <a:highlight>
                  <a:srgbClr val="FFFFFF"/>
                </a:highlight>
              </a:rPr>
              <a:t>meteorological</a:t>
            </a:r>
            <a:r>
              <a:rPr lang="en" sz="1050">
                <a:solidFill>
                  <a:schemeClr val="dk1"/>
                </a:solidFill>
                <a:highlight>
                  <a:srgbClr val="FFFFFF"/>
                </a:highlight>
              </a:rPr>
              <a:t> yearly average, and the seasonal Dec–Feb data. It only </a:t>
            </a:r>
            <a:r>
              <a:rPr lang="en" sz="1050">
                <a:solidFill>
                  <a:schemeClr val="dk1"/>
                </a:solidFill>
                <a:highlight>
                  <a:srgbClr val="FFFFFF"/>
                </a:highlight>
              </a:rPr>
              <a:t>occurred</a:t>
            </a:r>
            <a:r>
              <a:rPr lang="en" sz="1050">
                <a:solidFill>
                  <a:schemeClr val="dk1"/>
                </a:solidFill>
                <a:highlight>
                  <a:srgbClr val="FFFFFF"/>
                </a:highlight>
              </a:rPr>
              <a:t> in year 1880 when the study first begun. </a:t>
            </a:r>
            <a:r>
              <a:rPr lang="en" sz="1050">
                <a:solidFill>
                  <a:schemeClr val="dk1"/>
                </a:solidFill>
                <a:highlight>
                  <a:srgbClr val="FFFFFF"/>
                </a:highlight>
              </a:rPr>
              <a:t>Fortunately</a:t>
            </a:r>
            <a:r>
              <a:rPr lang="en" sz="1050">
                <a:solidFill>
                  <a:schemeClr val="dk1"/>
                </a:solidFill>
                <a:highlight>
                  <a:srgbClr val="FFFFFF"/>
                </a:highlight>
              </a:rPr>
              <a:t>, these are data that are </a:t>
            </a:r>
            <a:r>
              <a:rPr lang="en" sz="1050">
                <a:solidFill>
                  <a:schemeClr val="dk1"/>
                </a:solidFill>
                <a:highlight>
                  <a:srgbClr val="FFFFFF"/>
                </a:highlight>
              </a:rPr>
              <a:t>unlikely</a:t>
            </a:r>
            <a:r>
              <a:rPr lang="en" sz="1050">
                <a:solidFill>
                  <a:schemeClr val="dk1"/>
                </a:solidFill>
                <a:highlight>
                  <a:srgbClr val="FFFFFF"/>
                </a:highlight>
              </a:rPr>
              <a:t> to be needed for analysis. </a:t>
            </a:r>
            <a:endParaRPr sz="1050">
              <a:solidFill>
                <a:schemeClr val="dk1"/>
              </a:solidFill>
              <a:highlight>
                <a:srgbClr val="FFFFFF"/>
              </a:highlight>
            </a:endParaRPr>
          </a:p>
          <a:p>
            <a:pPr indent="-295275" lvl="0" marL="457200" rtl="0" algn="l">
              <a:lnSpc>
                <a:spcPct val="115000"/>
              </a:lnSpc>
              <a:spcBef>
                <a:spcPts val="1100"/>
              </a:spcBef>
              <a:spcAft>
                <a:spcPts val="0"/>
              </a:spcAft>
              <a:buClr>
                <a:schemeClr val="dk1"/>
              </a:buClr>
              <a:buSzPts val="1050"/>
              <a:buChar char="●"/>
            </a:pPr>
            <a:r>
              <a:rPr lang="en" sz="1050">
                <a:solidFill>
                  <a:schemeClr val="dk1"/>
                </a:solidFill>
                <a:highlight>
                  <a:srgbClr val="FFFFFF"/>
                </a:highlight>
              </a:rPr>
              <a:t>A: Average the known values and place them into the missing values (I will use this one for now).</a:t>
            </a:r>
            <a:endParaRPr sz="1050">
              <a:solidFill>
                <a:schemeClr val="dk1"/>
              </a:solidFill>
              <a:highlight>
                <a:srgbClr val="FFFFFF"/>
              </a:highlight>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highlight>
                  <a:srgbClr val="FFFFFF"/>
                </a:highlight>
              </a:rPr>
              <a:t>B: Find the anomaly value and calculate the correct value.</a:t>
            </a:r>
            <a:endParaRPr sz="1050">
              <a:solidFill>
                <a:schemeClr val="dk1"/>
              </a:solidFill>
              <a:highlight>
                <a:srgbClr val="FFFFFF"/>
              </a:highlight>
            </a:endParaRPr>
          </a:p>
          <a:p>
            <a:pPr indent="-295275" lvl="0" marL="457200" rtl="0" algn="l">
              <a:lnSpc>
                <a:spcPct val="115000"/>
              </a:lnSpc>
              <a:spcBef>
                <a:spcPts val="0"/>
              </a:spcBef>
              <a:spcAft>
                <a:spcPts val="0"/>
              </a:spcAft>
              <a:buClr>
                <a:schemeClr val="dk1"/>
              </a:buClr>
              <a:buSzPts val="1050"/>
              <a:buChar char="●"/>
            </a:pPr>
            <a:r>
              <a:rPr lang="en" sz="1050">
                <a:solidFill>
                  <a:schemeClr val="dk1"/>
                </a:solidFill>
                <a:highlight>
                  <a:srgbClr val="FFFFFF"/>
                </a:highlight>
              </a:rPr>
              <a:t>C: Remove the year 1880. </a:t>
            </a:r>
            <a:endParaRPr sz="1050">
              <a:solidFill>
                <a:schemeClr val="dk1"/>
              </a:solidFill>
              <a:highlight>
                <a:srgbClr val="FFFFFF"/>
              </a:highlight>
            </a:endParaRPr>
          </a:p>
          <a:p>
            <a:pPr indent="0" lvl="0" marL="0" rtl="0" algn="l">
              <a:lnSpc>
                <a:spcPct val="115000"/>
              </a:lnSpc>
              <a:spcBef>
                <a:spcPts val="1100"/>
              </a:spcBef>
              <a:spcAft>
                <a:spcPts val="0"/>
              </a:spcAft>
              <a:buNone/>
            </a:pPr>
            <a:r>
              <a:t/>
            </a:r>
            <a:endParaRPr sz="1050">
              <a:solidFill>
                <a:schemeClr val="dk1"/>
              </a:solidFill>
              <a:highlight>
                <a:srgbClr val="FFFFFF"/>
              </a:highlight>
            </a:endParaRPr>
          </a:p>
          <a:p>
            <a:pPr indent="0" lvl="0" marL="0" rtl="0" algn="l">
              <a:lnSpc>
                <a:spcPct val="115000"/>
              </a:lnSpc>
              <a:spcBef>
                <a:spcPts val="1100"/>
              </a:spcBef>
              <a:spcAft>
                <a:spcPts val="0"/>
              </a:spcAft>
              <a:buNone/>
            </a:pPr>
            <a:r>
              <a:rPr lang="en" sz="1050">
                <a:solidFill>
                  <a:schemeClr val="dk1"/>
                </a:solidFill>
                <a:highlight>
                  <a:srgbClr val="FFFFFF"/>
                </a:highlight>
              </a:rPr>
              <a:t>Challenge – Keeping </a:t>
            </a:r>
            <a:r>
              <a:rPr lang="en" sz="1050">
                <a:solidFill>
                  <a:schemeClr val="dk1"/>
                </a:solidFill>
                <a:highlight>
                  <a:srgbClr val="FFFFFF"/>
                </a:highlight>
              </a:rPr>
              <a:t>consistent</a:t>
            </a:r>
            <a:r>
              <a:rPr lang="en" sz="1050">
                <a:solidFill>
                  <a:schemeClr val="dk1"/>
                </a:solidFill>
                <a:highlight>
                  <a:srgbClr val="FFFFFF"/>
                </a:highlight>
              </a:rPr>
              <a:t> indexing of time data</a:t>
            </a:r>
            <a:endParaRPr sz="1050">
              <a:solidFill>
                <a:schemeClr val="dk1"/>
              </a:solidFill>
              <a:highlight>
                <a:srgbClr val="FFFFFF"/>
              </a:highlight>
            </a:endParaRPr>
          </a:p>
          <a:p>
            <a:pPr indent="0" lvl="0" marL="0" rtl="0" algn="l">
              <a:spcBef>
                <a:spcPts val="5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cb3719048b_0_1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cb3719048b_0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SARIMA = Seasonal </a:t>
            </a:r>
            <a:r>
              <a:rPr lang="en"/>
              <a:t>Autoregressive</a:t>
            </a:r>
            <a:r>
              <a:rPr lang="en"/>
              <a:t> </a:t>
            </a:r>
            <a:r>
              <a:rPr lang="en"/>
              <a:t>integrated</a:t>
            </a:r>
            <a:r>
              <a:rPr lang="en"/>
              <a:t> moving average </a:t>
            </a:r>
            <a:endParaRPr/>
          </a:p>
          <a:p>
            <a:pPr indent="0" lvl="0" marL="0" rtl="0" algn="l">
              <a:spcBef>
                <a:spcPts val="0"/>
              </a:spcBef>
              <a:spcAft>
                <a:spcPts val="0"/>
              </a:spcAft>
              <a:buNone/>
            </a:pPr>
            <a:r>
              <a:rPr lang="en"/>
              <a:t>The last 12 years were reserved to produces a baseline MSE for both data sets. </a:t>
            </a:r>
            <a:endParaRPr/>
          </a:p>
          <a:p>
            <a:pPr indent="0" lvl="0" marL="0" rtl="0" algn="l">
              <a:spcBef>
                <a:spcPts val="0"/>
              </a:spcBef>
              <a:spcAft>
                <a:spcPts val="0"/>
              </a:spcAft>
              <a:buNone/>
            </a:pPr>
            <a:r>
              <a:rPr lang="en"/>
              <a:t>THe MSE is likely a poor choice do to the nature of squared decimals to decrease. MAE is maybe better to avoid over reduction of the loss. The Range of the data is between -1 and 2, making most estimates &lt;1. So (estimates)^2 </a:t>
            </a:r>
            <a:r>
              <a:rPr lang="en"/>
              <a:t>become</a:t>
            </a:r>
            <a:r>
              <a:rPr lang="en"/>
              <a:t> </a:t>
            </a:r>
            <a:r>
              <a:rPr lang="en"/>
              <a:t>excessively</a:t>
            </a:r>
            <a:r>
              <a:rPr lang="en"/>
              <a:t> small.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LaTex: SARIMA    (1-\phi_{1}B^{1}-\phi_{2}B^{2})(1-\Phi_{1}B^{12})(1-B)(1-B^{12})x_{t}=(1+\theta_{1}B^{1})(1+\Theta_{1}B^{12})\omega_{t}+\delta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LaTex: ARIMA (1 - \phi B^1 - \phi_{1} B^2 - \phi_{3} B^3)(1 - B)x_{t} = (1 + \theta_{1} B^1)\omega_{t} + \delta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86b6e302a9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86b6e302a9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Year predictor can be expanded to polynomial expressions, and then penalized under a </a:t>
            </a:r>
            <a:r>
              <a:rPr lang="en"/>
              <a:t>shrinkage</a:t>
            </a:r>
            <a:r>
              <a:rPr lang="en"/>
              <a:t> method. </a:t>
            </a:r>
            <a:endParaRPr/>
          </a:p>
          <a:p>
            <a:pPr indent="0" lvl="0" marL="0" rtl="0" algn="l">
              <a:spcBef>
                <a:spcPts val="0"/>
              </a:spcBef>
              <a:spcAft>
                <a:spcPts val="0"/>
              </a:spcAft>
              <a:buNone/>
            </a:pPr>
            <a:r>
              <a:rPr lang="en"/>
              <a:t>LASSO – May not be useful for our data. We do not </a:t>
            </a:r>
            <a:r>
              <a:rPr lang="en"/>
              <a:t>have</a:t>
            </a:r>
            <a:r>
              <a:rPr lang="en"/>
              <a:t> a lot of parameters to preform LASSO on, and so we may bypass this.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cb3719048b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cb3719048b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c0d15726d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c0d15726d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cc0feb5e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cc0feb5e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cb3719048b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cb3719048b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Obstacles</a:t>
            </a:r>
            <a:r>
              <a:rPr lang="en"/>
              <a:t> –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cb3719048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cb3719048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3" name="Shape 53"/>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54" name="Shape 54"/>
        <p:cNvGrpSpPr/>
        <p:nvPr/>
      </p:nvGrpSpPr>
      <p:grpSpPr>
        <a:xfrm>
          <a:off x="0" y="0"/>
          <a:ext cx="0" cy="0"/>
          <a:chOff x="0" y="0"/>
          <a:chExt cx="0" cy="0"/>
        </a:xfrm>
      </p:grpSpPr>
      <p:sp>
        <p:nvSpPr>
          <p:cNvPr id="55" name="Google Shape;55;p15"/>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grpSp>
        <p:nvGrpSpPr>
          <p:cNvPr id="60" name="Google Shape;60;p17"/>
          <p:cNvGrpSpPr/>
          <p:nvPr/>
        </p:nvGrpSpPr>
        <p:grpSpPr>
          <a:xfrm>
            <a:off x="-37800" y="-37350"/>
            <a:ext cx="9219600" cy="5218200"/>
            <a:chOff x="-37800" y="-37350"/>
            <a:chExt cx="9219600" cy="5218200"/>
          </a:xfrm>
        </p:grpSpPr>
        <p:pic>
          <p:nvPicPr>
            <p:cNvPr id="61" name="Google Shape;61;p17"/>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62" name="Google Shape;62;p17"/>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17"/>
          <p:cNvSpPr txBox="1"/>
          <p:nvPr>
            <p:ph type="ctrTitle"/>
          </p:nvPr>
        </p:nvSpPr>
        <p:spPr>
          <a:xfrm>
            <a:off x="714175" y="969450"/>
            <a:ext cx="5351100" cy="2291700"/>
          </a:xfrm>
          <a:prstGeom prst="rect">
            <a:avLst/>
          </a:prstGeom>
        </p:spPr>
        <p:txBody>
          <a:bodyPr anchorCtr="0" anchor="t" bIns="0" lIns="0" spcFirstLastPara="1" rIns="0" wrap="square" tIns="0">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4" name="Google Shape;64;p17"/>
          <p:cNvSpPr txBox="1"/>
          <p:nvPr>
            <p:ph idx="1" type="subTitle"/>
          </p:nvPr>
        </p:nvSpPr>
        <p:spPr>
          <a:xfrm rot="-59659">
            <a:off x="713873" y="3647833"/>
            <a:ext cx="5238189" cy="526872"/>
          </a:xfrm>
          <a:prstGeom prst="rect">
            <a:avLst/>
          </a:prstGeom>
          <a:solidFill>
            <a:schemeClr val="accent1"/>
          </a:solidFill>
        </p:spPr>
        <p:txBody>
          <a:bodyPr anchorCtr="0" anchor="ctr" bIns="0" lIns="0" spcFirstLastPara="1" rIns="0" wrap="square" tIns="0">
            <a:noAutofit/>
          </a:bodyPr>
          <a:lstStyle>
            <a:lvl1pPr lvl="0" algn="ctr">
              <a:lnSpc>
                <a:spcPct val="100000"/>
              </a:lnSpc>
              <a:spcBef>
                <a:spcPts val="0"/>
              </a:spcBef>
              <a:spcAft>
                <a:spcPts val="0"/>
              </a:spcAft>
              <a:buSzPts val="2800"/>
              <a:buNone/>
              <a:defRPr sz="19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5" name="Google Shape;65;p17"/>
          <p:cNvSpPr/>
          <p:nvPr/>
        </p:nvSpPr>
        <p:spPr>
          <a:xfrm>
            <a:off x="6805075" y="-153142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7"/>
          <p:cNvSpPr/>
          <p:nvPr/>
        </p:nvSpPr>
        <p:spPr>
          <a:xfrm>
            <a:off x="-2420800" y="1607225"/>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7" name="Shape 67"/>
        <p:cNvGrpSpPr/>
        <p:nvPr/>
      </p:nvGrpSpPr>
      <p:grpSpPr>
        <a:xfrm>
          <a:off x="0" y="0"/>
          <a:ext cx="0" cy="0"/>
          <a:chOff x="0" y="0"/>
          <a:chExt cx="0" cy="0"/>
        </a:xfrm>
      </p:grpSpPr>
      <p:grpSp>
        <p:nvGrpSpPr>
          <p:cNvPr id="68" name="Google Shape;68;p18"/>
          <p:cNvGrpSpPr/>
          <p:nvPr/>
        </p:nvGrpSpPr>
        <p:grpSpPr>
          <a:xfrm>
            <a:off x="-37800" y="-37350"/>
            <a:ext cx="9219600" cy="5218200"/>
            <a:chOff x="-37800" y="-37350"/>
            <a:chExt cx="9219600" cy="5218200"/>
          </a:xfrm>
        </p:grpSpPr>
        <p:pic>
          <p:nvPicPr>
            <p:cNvPr id="69" name="Google Shape;69;p18"/>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70" name="Google Shape;70;p18"/>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18"/>
          <p:cNvSpPr txBox="1"/>
          <p:nvPr>
            <p:ph hasCustomPrompt="1" type="title"/>
          </p:nvPr>
        </p:nvSpPr>
        <p:spPr>
          <a:xfrm rot="-59787">
            <a:off x="3002163" y="1276077"/>
            <a:ext cx="3139675" cy="1095768"/>
          </a:xfrm>
          <a:prstGeom prst="rect">
            <a:avLst/>
          </a:prstGeom>
          <a:solidFill>
            <a:schemeClr val="dk1"/>
          </a:solidFill>
        </p:spPr>
        <p:txBody>
          <a:bodyPr anchorCtr="0" anchor="ctr" bIns="0" lIns="0" spcFirstLastPara="1" rIns="0" wrap="square" tIns="0">
            <a:noAutofit/>
          </a:bodyPr>
          <a:lstStyle>
            <a:lvl1pPr lvl="0" algn="ctr">
              <a:spcBef>
                <a:spcPts val="0"/>
              </a:spcBef>
              <a:spcAft>
                <a:spcPts val="0"/>
              </a:spcAft>
              <a:buSzPts val="2500"/>
              <a:buNone/>
              <a:defRPr b="1" sz="9000">
                <a:solidFill>
                  <a:schemeClr val="accent2"/>
                </a:solidFill>
                <a:latin typeface="Jost"/>
                <a:ea typeface="Jost"/>
                <a:cs typeface="Jost"/>
                <a:sym typeface="Jost"/>
              </a:defRPr>
            </a:lvl1pPr>
            <a:lvl2pPr lvl="1" algn="r">
              <a:spcBef>
                <a:spcPts val="0"/>
              </a:spcBef>
              <a:spcAft>
                <a:spcPts val="0"/>
              </a:spcAft>
              <a:buClr>
                <a:schemeClr val="dk1"/>
              </a:buClr>
              <a:buSzPts val="2500"/>
              <a:buNone/>
              <a:defRPr sz="2500">
                <a:solidFill>
                  <a:schemeClr val="dk1"/>
                </a:solidFill>
              </a:defRPr>
            </a:lvl2pPr>
            <a:lvl3pPr lvl="2" algn="r">
              <a:spcBef>
                <a:spcPts val="0"/>
              </a:spcBef>
              <a:spcAft>
                <a:spcPts val="0"/>
              </a:spcAft>
              <a:buClr>
                <a:schemeClr val="dk1"/>
              </a:buClr>
              <a:buSzPts val="2500"/>
              <a:buNone/>
              <a:defRPr sz="2500">
                <a:solidFill>
                  <a:schemeClr val="dk1"/>
                </a:solidFill>
              </a:defRPr>
            </a:lvl3pPr>
            <a:lvl4pPr lvl="3" algn="r">
              <a:spcBef>
                <a:spcPts val="0"/>
              </a:spcBef>
              <a:spcAft>
                <a:spcPts val="0"/>
              </a:spcAft>
              <a:buClr>
                <a:schemeClr val="dk1"/>
              </a:buClr>
              <a:buSzPts val="2500"/>
              <a:buNone/>
              <a:defRPr sz="2500">
                <a:solidFill>
                  <a:schemeClr val="dk1"/>
                </a:solidFill>
              </a:defRPr>
            </a:lvl4pPr>
            <a:lvl5pPr lvl="4" algn="r">
              <a:spcBef>
                <a:spcPts val="0"/>
              </a:spcBef>
              <a:spcAft>
                <a:spcPts val="0"/>
              </a:spcAft>
              <a:buClr>
                <a:schemeClr val="dk1"/>
              </a:buClr>
              <a:buSzPts val="2500"/>
              <a:buNone/>
              <a:defRPr sz="2500">
                <a:solidFill>
                  <a:schemeClr val="dk1"/>
                </a:solidFill>
              </a:defRPr>
            </a:lvl5pPr>
            <a:lvl6pPr lvl="5" algn="r">
              <a:spcBef>
                <a:spcPts val="0"/>
              </a:spcBef>
              <a:spcAft>
                <a:spcPts val="0"/>
              </a:spcAft>
              <a:buClr>
                <a:schemeClr val="dk1"/>
              </a:buClr>
              <a:buSzPts val="2500"/>
              <a:buNone/>
              <a:defRPr sz="2500">
                <a:solidFill>
                  <a:schemeClr val="dk1"/>
                </a:solidFill>
              </a:defRPr>
            </a:lvl6pPr>
            <a:lvl7pPr lvl="6" algn="r">
              <a:spcBef>
                <a:spcPts val="0"/>
              </a:spcBef>
              <a:spcAft>
                <a:spcPts val="0"/>
              </a:spcAft>
              <a:buClr>
                <a:schemeClr val="dk1"/>
              </a:buClr>
              <a:buSzPts val="2500"/>
              <a:buNone/>
              <a:defRPr sz="2500">
                <a:solidFill>
                  <a:schemeClr val="dk1"/>
                </a:solidFill>
              </a:defRPr>
            </a:lvl7pPr>
            <a:lvl8pPr lvl="7" algn="r">
              <a:spcBef>
                <a:spcPts val="0"/>
              </a:spcBef>
              <a:spcAft>
                <a:spcPts val="0"/>
              </a:spcAft>
              <a:buClr>
                <a:schemeClr val="dk1"/>
              </a:buClr>
              <a:buSzPts val="2500"/>
              <a:buNone/>
              <a:defRPr sz="2500">
                <a:solidFill>
                  <a:schemeClr val="dk1"/>
                </a:solidFill>
              </a:defRPr>
            </a:lvl8pPr>
            <a:lvl9pPr lvl="8" algn="r">
              <a:spcBef>
                <a:spcPts val="0"/>
              </a:spcBef>
              <a:spcAft>
                <a:spcPts val="0"/>
              </a:spcAft>
              <a:buClr>
                <a:schemeClr val="dk1"/>
              </a:buClr>
              <a:buSzPts val="2500"/>
              <a:buNone/>
              <a:defRPr sz="2500">
                <a:solidFill>
                  <a:schemeClr val="dk1"/>
                </a:solidFill>
              </a:defRPr>
            </a:lvl9pPr>
          </a:lstStyle>
          <a:p>
            <a:r>
              <a:t>xx%</a:t>
            </a:r>
          </a:p>
        </p:txBody>
      </p:sp>
      <p:sp>
        <p:nvSpPr>
          <p:cNvPr id="72" name="Google Shape;72;p18"/>
          <p:cNvSpPr txBox="1"/>
          <p:nvPr>
            <p:ph idx="2" type="title"/>
          </p:nvPr>
        </p:nvSpPr>
        <p:spPr>
          <a:xfrm flipH="1">
            <a:off x="2229450" y="2690526"/>
            <a:ext cx="4685100" cy="558000"/>
          </a:xfrm>
          <a:prstGeom prst="rect">
            <a:avLst/>
          </a:prstGeom>
        </p:spPr>
        <p:txBody>
          <a:bodyPr anchorCtr="0" anchor="t" bIns="0" lIns="0" spcFirstLastPara="1" rIns="0" wrap="square" tIns="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3" name="Google Shape;73;p18"/>
          <p:cNvSpPr txBox="1"/>
          <p:nvPr>
            <p:ph idx="1" type="subTitle"/>
          </p:nvPr>
        </p:nvSpPr>
        <p:spPr>
          <a:xfrm flipH="1">
            <a:off x="2229450" y="3595250"/>
            <a:ext cx="4685100" cy="299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1600"/>
              <a:buNone/>
              <a:defRPr sz="1800"/>
            </a:lvl1pPr>
            <a:lvl2pPr lvl="1" algn="r">
              <a:spcBef>
                <a:spcPts val="0"/>
              </a:spcBef>
              <a:spcAft>
                <a:spcPts val="0"/>
              </a:spcAft>
              <a:buSzPts val="1600"/>
              <a:buNone/>
              <a:defRPr/>
            </a:lvl2pPr>
            <a:lvl3pPr lvl="2" algn="r">
              <a:spcBef>
                <a:spcPts val="0"/>
              </a:spcBef>
              <a:spcAft>
                <a:spcPts val="0"/>
              </a:spcAft>
              <a:buSzPts val="1600"/>
              <a:buNone/>
              <a:defRPr/>
            </a:lvl3pPr>
            <a:lvl4pPr lvl="3" algn="r">
              <a:spcBef>
                <a:spcPts val="0"/>
              </a:spcBef>
              <a:spcAft>
                <a:spcPts val="0"/>
              </a:spcAft>
              <a:buSzPts val="1600"/>
              <a:buNone/>
              <a:defRPr/>
            </a:lvl4pPr>
            <a:lvl5pPr lvl="4" algn="r">
              <a:spcBef>
                <a:spcPts val="0"/>
              </a:spcBef>
              <a:spcAft>
                <a:spcPts val="0"/>
              </a:spcAft>
              <a:buSzPts val="1600"/>
              <a:buNone/>
              <a:defRPr/>
            </a:lvl5pPr>
            <a:lvl6pPr lvl="5" algn="r">
              <a:spcBef>
                <a:spcPts val="0"/>
              </a:spcBef>
              <a:spcAft>
                <a:spcPts val="0"/>
              </a:spcAft>
              <a:buSzPts val="1600"/>
              <a:buNone/>
              <a:defRPr/>
            </a:lvl6pPr>
            <a:lvl7pPr lvl="6" algn="r">
              <a:spcBef>
                <a:spcPts val="0"/>
              </a:spcBef>
              <a:spcAft>
                <a:spcPts val="0"/>
              </a:spcAft>
              <a:buSzPts val="1600"/>
              <a:buNone/>
              <a:defRPr/>
            </a:lvl7pPr>
            <a:lvl8pPr lvl="7" algn="r">
              <a:spcBef>
                <a:spcPts val="0"/>
              </a:spcBef>
              <a:spcAft>
                <a:spcPts val="0"/>
              </a:spcAft>
              <a:buSzPts val="1600"/>
              <a:buNone/>
              <a:defRPr/>
            </a:lvl8pPr>
            <a:lvl9pPr lvl="8" algn="r">
              <a:spcBef>
                <a:spcPts val="0"/>
              </a:spcBef>
              <a:spcAft>
                <a:spcPts val="0"/>
              </a:spcAft>
              <a:buSzPts val="1600"/>
              <a:buNone/>
              <a:defRPr/>
            </a:lvl9pPr>
          </a:lstStyle>
          <a:p/>
        </p:txBody>
      </p:sp>
      <p:sp>
        <p:nvSpPr>
          <p:cNvPr id="74" name="Google Shape;74;p18"/>
          <p:cNvSpPr/>
          <p:nvPr/>
        </p:nvSpPr>
        <p:spPr>
          <a:xfrm>
            <a:off x="-2469875" y="148805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8"/>
          <p:cNvSpPr/>
          <p:nvPr/>
        </p:nvSpPr>
        <p:spPr>
          <a:xfrm>
            <a:off x="6723350" y="-149170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6" name="Shape 76"/>
        <p:cNvGrpSpPr/>
        <p:nvPr/>
      </p:nvGrpSpPr>
      <p:grpSpPr>
        <a:xfrm>
          <a:off x="0" y="0"/>
          <a:ext cx="0" cy="0"/>
          <a:chOff x="0" y="0"/>
          <a:chExt cx="0" cy="0"/>
        </a:xfrm>
      </p:grpSpPr>
      <p:grpSp>
        <p:nvGrpSpPr>
          <p:cNvPr id="77" name="Google Shape;77;p19"/>
          <p:cNvGrpSpPr/>
          <p:nvPr/>
        </p:nvGrpSpPr>
        <p:grpSpPr>
          <a:xfrm flipH="1" rot="10800000">
            <a:off x="-37800" y="-37350"/>
            <a:ext cx="9219600" cy="5218200"/>
            <a:chOff x="-37800" y="-37350"/>
            <a:chExt cx="9219600" cy="5218200"/>
          </a:xfrm>
        </p:grpSpPr>
        <p:pic>
          <p:nvPicPr>
            <p:cNvPr id="78" name="Google Shape;78;p19"/>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79" name="Google Shape;79;p19"/>
            <p:cNvSpPr/>
            <p:nvPr/>
          </p:nvSpPr>
          <p:spPr>
            <a:xfrm>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 name="Google Shape;80;p19"/>
          <p:cNvSpPr txBox="1"/>
          <p:nvPr>
            <p:ph idx="1" type="body"/>
          </p:nvPr>
        </p:nvSpPr>
        <p:spPr>
          <a:xfrm>
            <a:off x="714175" y="1304875"/>
            <a:ext cx="7715700" cy="3029100"/>
          </a:xfrm>
          <a:prstGeom prst="rect">
            <a:avLst/>
          </a:prstGeom>
        </p:spPr>
        <p:txBody>
          <a:bodyPr anchorCtr="0" anchor="t" bIns="0" lIns="0" spcFirstLastPara="1" rIns="0" wrap="square" tIns="0">
            <a:noAutofit/>
          </a:bodyPr>
          <a:lstStyle>
            <a:lvl1pPr indent="-330200" lvl="0" marL="457200">
              <a:spcBef>
                <a:spcPts val="0"/>
              </a:spcBef>
              <a:spcAft>
                <a:spcPts val="0"/>
              </a:spcAft>
              <a:buClr>
                <a:schemeClr val="dk1"/>
              </a:buClr>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81" name="Google Shape;81;p19"/>
          <p:cNvSpPr txBox="1"/>
          <p:nvPr>
            <p:ph type="title"/>
          </p:nvPr>
        </p:nvSpPr>
        <p:spPr>
          <a:xfrm>
            <a:off x="714150" y="535650"/>
            <a:ext cx="77157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2" name="Shape 82"/>
        <p:cNvGrpSpPr/>
        <p:nvPr/>
      </p:nvGrpSpPr>
      <p:grpSpPr>
        <a:xfrm>
          <a:off x="0" y="0"/>
          <a:ext cx="0" cy="0"/>
          <a:chOff x="0" y="0"/>
          <a:chExt cx="0" cy="0"/>
        </a:xfrm>
      </p:grpSpPr>
      <p:grpSp>
        <p:nvGrpSpPr>
          <p:cNvPr id="83" name="Google Shape;83;p20"/>
          <p:cNvGrpSpPr/>
          <p:nvPr/>
        </p:nvGrpSpPr>
        <p:grpSpPr>
          <a:xfrm>
            <a:off x="-37800" y="-37350"/>
            <a:ext cx="9219600" cy="5218200"/>
            <a:chOff x="-37800" y="-37350"/>
            <a:chExt cx="9219600" cy="5218200"/>
          </a:xfrm>
        </p:grpSpPr>
        <p:pic>
          <p:nvPicPr>
            <p:cNvPr id="84" name="Google Shape;84;p20"/>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85" name="Google Shape;85;p20"/>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 name="Google Shape;86;p20"/>
          <p:cNvSpPr txBox="1"/>
          <p:nvPr>
            <p:ph type="title"/>
          </p:nvPr>
        </p:nvSpPr>
        <p:spPr>
          <a:xfrm>
            <a:off x="765750" y="535650"/>
            <a:ext cx="77157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 name="Google Shape;87;p20"/>
          <p:cNvSpPr txBox="1"/>
          <p:nvPr>
            <p:ph idx="1" type="subTitle"/>
          </p:nvPr>
        </p:nvSpPr>
        <p:spPr>
          <a:xfrm>
            <a:off x="958375" y="2819375"/>
            <a:ext cx="3021900" cy="10179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88" name="Google Shape;88;p20"/>
          <p:cNvSpPr txBox="1"/>
          <p:nvPr>
            <p:ph idx="2" type="subTitle"/>
          </p:nvPr>
        </p:nvSpPr>
        <p:spPr>
          <a:xfrm rot="-60113">
            <a:off x="1388597" y="2252006"/>
            <a:ext cx="2161830" cy="375958"/>
          </a:xfrm>
          <a:prstGeom prst="rect">
            <a:avLst/>
          </a:prstGeom>
          <a:solidFill>
            <a:schemeClr val="dk1"/>
          </a:solidFill>
        </p:spPr>
        <p:txBody>
          <a:bodyPr anchorCtr="0" anchor="ctr" bIns="0" lIns="0" spcFirstLastPara="1" rIns="0" wrap="square" tIns="0">
            <a:noAutofit/>
          </a:bodyPr>
          <a:lstStyle>
            <a:lvl1pPr lvl="0" algn="ctr">
              <a:spcBef>
                <a:spcPts val="0"/>
              </a:spcBef>
              <a:spcAft>
                <a:spcPts val="0"/>
              </a:spcAft>
              <a:buClr>
                <a:schemeClr val="dk1"/>
              </a:buClr>
              <a:buSzPts val="2000"/>
              <a:buNone/>
              <a:defRPr sz="2000">
                <a:solidFill>
                  <a:schemeClr val="accent2"/>
                </a:solidFill>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89" name="Google Shape;89;p20"/>
          <p:cNvSpPr txBox="1"/>
          <p:nvPr>
            <p:ph idx="3" type="subTitle"/>
          </p:nvPr>
        </p:nvSpPr>
        <p:spPr>
          <a:xfrm>
            <a:off x="5163725" y="2819375"/>
            <a:ext cx="3021900" cy="10179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90" name="Google Shape;90;p20"/>
          <p:cNvSpPr txBox="1"/>
          <p:nvPr>
            <p:ph idx="4" type="subTitle"/>
          </p:nvPr>
        </p:nvSpPr>
        <p:spPr>
          <a:xfrm flipH="1" rot="60121">
            <a:off x="5593910" y="2251993"/>
            <a:ext cx="2161531" cy="375958"/>
          </a:xfrm>
          <a:prstGeom prst="rect">
            <a:avLst/>
          </a:prstGeom>
          <a:solidFill>
            <a:schemeClr val="lt1"/>
          </a:solidFill>
        </p:spPr>
        <p:txBody>
          <a:bodyPr anchorCtr="0" anchor="ctr"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91" name="Google Shape;91;p20"/>
          <p:cNvSpPr/>
          <p:nvPr/>
        </p:nvSpPr>
        <p:spPr>
          <a:xfrm flipH="1" rot="10800000">
            <a:off x="7401400" y="-14437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0"/>
          <p:cNvSpPr/>
          <p:nvPr/>
        </p:nvSpPr>
        <p:spPr>
          <a:xfrm flipH="1" rot="10800000">
            <a:off x="-2453700" y="1200525"/>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grpSp>
        <p:nvGrpSpPr>
          <p:cNvPr id="94" name="Google Shape;94;p21"/>
          <p:cNvGrpSpPr/>
          <p:nvPr/>
        </p:nvGrpSpPr>
        <p:grpSpPr>
          <a:xfrm flipH="1" rot="10800000">
            <a:off x="-37800" y="-37350"/>
            <a:ext cx="9219600" cy="5218200"/>
            <a:chOff x="-37800" y="-37350"/>
            <a:chExt cx="9219600" cy="5218200"/>
          </a:xfrm>
        </p:grpSpPr>
        <p:pic>
          <p:nvPicPr>
            <p:cNvPr id="95" name="Google Shape;95;p21"/>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96" name="Google Shape;96;p21"/>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21"/>
          <p:cNvSpPr/>
          <p:nvPr/>
        </p:nvSpPr>
        <p:spPr>
          <a:xfrm>
            <a:off x="-2525500" y="-2648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1"/>
          <p:cNvSpPr/>
          <p:nvPr/>
        </p:nvSpPr>
        <p:spPr>
          <a:xfrm>
            <a:off x="6906050" y="2755550"/>
            <a:ext cx="3603600" cy="3603600"/>
          </a:xfrm>
          <a:prstGeom prst="ellipse">
            <a:avLst/>
          </a:prstGeom>
          <a:gradFill>
            <a:gsLst>
              <a:gs pos="0">
                <a:srgbClr val="F9D923">
                  <a:alpha val="31372"/>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1"/>
          <p:cNvSpPr/>
          <p:nvPr/>
        </p:nvSpPr>
        <p:spPr>
          <a:xfrm>
            <a:off x="-2596975" y="-25213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1"/>
          <p:cNvSpPr/>
          <p:nvPr/>
        </p:nvSpPr>
        <p:spPr>
          <a:xfrm>
            <a:off x="7200825" y="30768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1"/>
          <p:cNvSpPr txBox="1"/>
          <p:nvPr>
            <p:ph type="title"/>
          </p:nvPr>
        </p:nvSpPr>
        <p:spPr>
          <a:xfrm>
            <a:off x="865275" y="535650"/>
            <a:ext cx="74133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grpSp>
        <p:nvGrpSpPr>
          <p:cNvPr id="103" name="Google Shape;103;p22"/>
          <p:cNvGrpSpPr/>
          <p:nvPr/>
        </p:nvGrpSpPr>
        <p:grpSpPr>
          <a:xfrm rot="10800000">
            <a:off x="-37800" y="-37350"/>
            <a:ext cx="9219600" cy="5218200"/>
            <a:chOff x="-37800" y="-37350"/>
            <a:chExt cx="9219600" cy="5218200"/>
          </a:xfrm>
        </p:grpSpPr>
        <p:pic>
          <p:nvPicPr>
            <p:cNvPr id="104" name="Google Shape;104;p22"/>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105" name="Google Shape;105;p22"/>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22"/>
          <p:cNvSpPr txBox="1"/>
          <p:nvPr>
            <p:ph idx="1" type="subTitle"/>
          </p:nvPr>
        </p:nvSpPr>
        <p:spPr>
          <a:xfrm>
            <a:off x="1234663" y="2328050"/>
            <a:ext cx="2601300" cy="1041300"/>
          </a:xfrm>
          <a:prstGeom prst="rect">
            <a:avLst/>
          </a:prstGeom>
        </p:spPr>
        <p:txBody>
          <a:bodyPr anchorCtr="0" anchor="t" bIns="0" lIns="0" spcFirstLastPara="1" rIns="0" wrap="square" tIns="0">
            <a:noAutofit/>
          </a:bodyPr>
          <a:lstStyle>
            <a:lvl1pPr lvl="0" algn="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7" name="Google Shape;107;p22"/>
          <p:cNvSpPr txBox="1"/>
          <p:nvPr>
            <p:ph type="title"/>
          </p:nvPr>
        </p:nvSpPr>
        <p:spPr>
          <a:xfrm>
            <a:off x="714150" y="535650"/>
            <a:ext cx="77157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 name="Google Shape;108;p22"/>
          <p:cNvSpPr/>
          <p:nvPr/>
        </p:nvSpPr>
        <p:spPr>
          <a:xfrm rot="10800000">
            <a:off x="5248350" y="-28226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2"/>
          <p:cNvSpPr/>
          <p:nvPr/>
        </p:nvSpPr>
        <p:spPr>
          <a:xfrm rot="10800000">
            <a:off x="-1266300" y="2892975"/>
            <a:ext cx="3603600" cy="3603600"/>
          </a:xfrm>
          <a:prstGeom prst="ellipse">
            <a:avLst/>
          </a:prstGeom>
          <a:gradFill>
            <a:gsLst>
              <a:gs pos="0">
                <a:srgbClr val="F9D923">
                  <a:alpha val="31372"/>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0" name="Shape 110"/>
        <p:cNvGrpSpPr/>
        <p:nvPr/>
      </p:nvGrpSpPr>
      <p:grpSpPr>
        <a:xfrm>
          <a:off x="0" y="0"/>
          <a:ext cx="0" cy="0"/>
          <a:chOff x="0" y="0"/>
          <a:chExt cx="0" cy="0"/>
        </a:xfrm>
      </p:grpSpPr>
      <p:grpSp>
        <p:nvGrpSpPr>
          <p:cNvPr id="111" name="Google Shape;111;p23"/>
          <p:cNvGrpSpPr/>
          <p:nvPr/>
        </p:nvGrpSpPr>
        <p:grpSpPr>
          <a:xfrm flipH="1">
            <a:off x="-37800" y="-37350"/>
            <a:ext cx="9219600" cy="5218200"/>
            <a:chOff x="-37800" y="-37350"/>
            <a:chExt cx="9219600" cy="5218200"/>
          </a:xfrm>
        </p:grpSpPr>
        <p:pic>
          <p:nvPicPr>
            <p:cNvPr id="112" name="Google Shape;112;p23"/>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113" name="Google Shape;113;p23"/>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 name="Google Shape;114;p23"/>
          <p:cNvSpPr txBox="1"/>
          <p:nvPr>
            <p:ph type="title"/>
          </p:nvPr>
        </p:nvSpPr>
        <p:spPr>
          <a:xfrm>
            <a:off x="1281300" y="1131025"/>
            <a:ext cx="6581400" cy="2565900"/>
          </a:xfrm>
          <a:prstGeom prst="rect">
            <a:avLst/>
          </a:prstGeom>
        </p:spPr>
        <p:txBody>
          <a:bodyPr anchorCtr="0" anchor="t" bIns="0" lIns="0" spcFirstLastPara="1" rIns="0" wrap="square" tIns="0">
            <a:noAutofit/>
          </a:bodyPr>
          <a:lstStyle>
            <a:lvl1pPr lvl="0" algn="ctr">
              <a:spcBef>
                <a:spcPts val="0"/>
              </a:spcBef>
              <a:spcAft>
                <a:spcPts val="0"/>
              </a:spcAft>
              <a:buSzPts val="4800"/>
              <a:buNone/>
              <a:defRPr sz="9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5" name="Google Shape;115;p23"/>
          <p:cNvSpPr/>
          <p:nvPr/>
        </p:nvSpPr>
        <p:spPr>
          <a:xfrm flipH="1">
            <a:off x="-1237675" y="-143610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3"/>
          <p:cNvSpPr/>
          <p:nvPr/>
        </p:nvSpPr>
        <p:spPr>
          <a:xfrm flipH="1">
            <a:off x="5191050" y="154365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7" name="Shape 117"/>
        <p:cNvGrpSpPr/>
        <p:nvPr/>
      </p:nvGrpSpPr>
      <p:grpSpPr>
        <a:xfrm>
          <a:off x="0" y="0"/>
          <a:ext cx="0" cy="0"/>
          <a:chOff x="0" y="0"/>
          <a:chExt cx="0" cy="0"/>
        </a:xfrm>
      </p:grpSpPr>
      <p:pic>
        <p:nvPicPr>
          <p:cNvPr id="118" name="Google Shape;118;p24"/>
          <p:cNvPicPr preferRelativeResize="0"/>
          <p:nvPr/>
        </p:nvPicPr>
        <p:blipFill>
          <a:blip r:embed="rId2">
            <a:alphaModFix amt="47000"/>
          </a:blip>
          <a:stretch>
            <a:fillRect/>
          </a:stretch>
        </p:blipFill>
        <p:spPr>
          <a:xfrm flipH="1">
            <a:off x="0" y="2381"/>
            <a:ext cx="9144000" cy="5138738"/>
          </a:xfrm>
          <a:prstGeom prst="rect">
            <a:avLst/>
          </a:prstGeom>
          <a:noFill/>
          <a:ln>
            <a:noFill/>
          </a:ln>
        </p:spPr>
      </p:pic>
      <p:sp>
        <p:nvSpPr>
          <p:cNvPr id="119" name="Google Shape;119;p24"/>
          <p:cNvSpPr/>
          <p:nvPr/>
        </p:nvSpPr>
        <p:spPr>
          <a:xfrm>
            <a:off x="-37775"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4"/>
          <p:cNvSpPr/>
          <p:nvPr/>
        </p:nvSpPr>
        <p:spPr>
          <a:xfrm flipH="1">
            <a:off x="-1302550" y="-16623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4"/>
          <p:cNvSpPr/>
          <p:nvPr/>
        </p:nvSpPr>
        <p:spPr>
          <a:xfrm flipH="1">
            <a:off x="4878925" y="158160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4"/>
          <p:cNvSpPr txBox="1"/>
          <p:nvPr>
            <p:ph type="title"/>
          </p:nvPr>
        </p:nvSpPr>
        <p:spPr>
          <a:xfrm>
            <a:off x="714175" y="1372925"/>
            <a:ext cx="4121400" cy="663300"/>
          </a:xfrm>
          <a:prstGeom prst="rect">
            <a:avLst/>
          </a:prstGeom>
        </p:spPr>
        <p:txBody>
          <a:bodyPr anchorCtr="0" anchor="t" bIns="0" lIns="0" spcFirstLastPara="1" rIns="0" wrap="square" tIns="0">
            <a:noAutofit/>
          </a:bodyPr>
          <a:lstStyle>
            <a:lvl1pPr lvl="0" algn="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3" name="Google Shape;123;p24"/>
          <p:cNvSpPr txBox="1"/>
          <p:nvPr>
            <p:ph idx="1" type="subTitle"/>
          </p:nvPr>
        </p:nvSpPr>
        <p:spPr>
          <a:xfrm>
            <a:off x="714175" y="2306875"/>
            <a:ext cx="4121400" cy="1463700"/>
          </a:xfrm>
          <a:prstGeom prst="rect">
            <a:avLst/>
          </a:prstGeom>
        </p:spPr>
        <p:txBody>
          <a:bodyPr anchorCtr="0" anchor="t" bIns="0" lIns="0" spcFirstLastPara="1" rIns="0" wrap="square" tIns="0">
            <a:noAutofit/>
          </a:bodyPr>
          <a:lstStyle>
            <a:lvl1pPr lvl="0" algn="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25"/>
          <p:cNvSpPr txBox="1"/>
          <p:nvPr>
            <p:ph type="title"/>
          </p:nvPr>
        </p:nvSpPr>
        <p:spPr>
          <a:xfrm>
            <a:off x="5167850" y="536084"/>
            <a:ext cx="3261900" cy="1041300"/>
          </a:xfrm>
          <a:prstGeom prst="rect">
            <a:avLst/>
          </a:prstGeom>
        </p:spPr>
        <p:txBody>
          <a:bodyPr anchorCtr="0" anchor="t" bIns="0" lIns="0" spcFirstLastPara="1" rIns="0" wrap="square" tIns="0">
            <a:noAutofit/>
          </a:bodyPr>
          <a:lstStyle>
            <a:lvl1pPr lvl="0" algn="r">
              <a:spcBef>
                <a:spcPts val="0"/>
              </a:spcBef>
              <a:spcAft>
                <a:spcPts val="0"/>
              </a:spcAft>
              <a:buSzPts val="4200"/>
              <a:buNone/>
              <a:defRPr>
                <a:solidFill>
                  <a:schemeClr val="accent2"/>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6" name="Shape 126"/>
        <p:cNvGrpSpPr/>
        <p:nvPr/>
      </p:nvGrpSpPr>
      <p:grpSpPr>
        <a:xfrm>
          <a:off x="0" y="0"/>
          <a:ext cx="0" cy="0"/>
          <a:chOff x="0" y="0"/>
          <a:chExt cx="0" cy="0"/>
        </a:xfrm>
      </p:grpSpPr>
      <p:grpSp>
        <p:nvGrpSpPr>
          <p:cNvPr id="127" name="Google Shape;127;p26"/>
          <p:cNvGrpSpPr/>
          <p:nvPr/>
        </p:nvGrpSpPr>
        <p:grpSpPr>
          <a:xfrm flipH="1">
            <a:off x="-37800" y="-37350"/>
            <a:ext cx="9219600" cy="5218200"/>
            <a:chOff x="-37800" y="-37350"/>
            <a:chExt cx="9219600" cy="5218200"/>
          </a:xfrm>
        </p:grpSpPr>
        <p:pic>
          <p:nvPicPr>
            <p:cNvPr id="128" name="Google Shape;128;p26"/>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129" name="Google Shape;129;p26"/>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26"/>
          <p:cNvSpPr txBox="1"/>
          <p:nvPr>
            <p:ph hasCustomPrompt="1" type="title"/>
          </p:nvPr>
        </p:nvSpPr>
        <p:spPr>
          <a:xfrm>
            <a:off x="1375400" y="1337500"/>
            <a:ext cx="6393300" cy="1544400"/>
          </a:xfrm>
          <a:prstGeom prst="rect">
            <a:avLst/>
          </a:prstGeom>
        </p:spPr>
        <p:txBody>
          <a:bodyPr anchorCtr="0" anchor="t" bIns="0" lIns="0" spcFirstLastPara="1" rIns="0" wrap="square" tIns="0">
            <a:noAutofit/>
          </a:bodyPr>
          <a:lstStyle>
            <a:lvl1pPr lvl="0" algn="ctr">
              <a:spcBef>
                <a:spcPts val="0"/>
              </a:spcBef>
              <a:spcAft>
                <a:spcPts val="0"/>
              </a:spcAft>
              <a:buSzPts val="12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31" name="Google Shape;131;p26"/>
          <p:cNvSpPr txBox="1"/>
          <p:nvPr>
            <p:ph idx="1" type="subTitle"/>
          </p:nvPr>
        </p:nvSpPr>
        <p:spPr>
          <a:xfrm rot="-12251">
            <a:off x="2004409" y="3171251"/>
            <a:ext cx="5135133" cy="346501"/>
          </a:xfrm>
          <a:prstGeom prst="rect">
            <a:avLst/>
          </a:prstGeom>
          <a:solidFill>
            <a:schemeClr val="dk1"/>
          </a:solidFill>
        </p:spPr>
        <p:txBody>
          <a:bodyPr anchorCtr="0" anchor="ctr" bIns="0" lIns="0" spcFirstLastPara="1" rIns="0" wrap="square" tIns="0">
            <a:noAutofit/>
          </a:bodyPr>
          <a:lstStyle>
            <a:lvl1pPr lvl="0" algn="ctr">
              <a:lnSpc>
                <a:spcPct val="100000"/>
              </a:lnSpc>
              <a:spcBef>
                <a:spcPts val="0"/>
              </a:spcBef>
              <a:spcAft>
                <a:spcPts val="0"/>
              </a:spcAft>
              <a:buClr>
                <a:schemeClr val="dk1"/>
              </a:buClr>
              <a:buSzPts val="1600"/>
              <a:buNone/>
              <a:defRPr sz="1800">
                <a:solidFill>
                  <a:schemeClr val="accent2"/>
                </a:solidFill>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32" name="Google Shape;132;p26"/>
          <p:cNvSpPr/>
          <p:nvPr/>
        </p:nvSpPr>
        <p:spPr>
          <a:xfrm flipH="1">
            <a:off x="-1294375" y="-17081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6"/>
          <p:cNvSpPr/>
          <p:nvPr/>
        </p:nvSpPr>
        <p:spPr>
          <a:xfrm flipH="1">
            <a:off x="4887100" y="153580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35" name="Shape 135"/>
        <p:cNvGrpSpPr/>
        <p:nvPr/>
      </p:nvGrpSpPr>
      <p:grpSpPr>
        <a:xfrm>
          <a:off x="0" y="0"/>
          <a:ext cx="0" cy="0"/>
          <a:chOff x="0" y="0"/>
          <a:chExt cx="0" cy="0"/>
        </a:xfrm>
      </p:grpSpPr>
      <p:grpSp>
        <p:nvGrpSpPr>
          <p:cNvPr id="136" name="Google Shape;136;p28"/>
          <p:cNvGrpSpPr/>
          <p:nvPr/>
        </p:nvGrpSpPr>
        <p:grpSpPr>
          <a:xfrm>
            <a:off x="-37800" y="-37350"/>
            <a:ext cx="9219600" cy="5218200"/>
            <a:chOff x="-37800" y="-37350"/>
            <a:chExt cx="9219600" cy="5218200"/>
          </a:xfrm>
        </p:grpSpPr>
        <p:pic>
          <p:nvPicPr>
            <p:cNvPr id="137" name="Google Shape;137;p28"/>
            <p:cNvPicPr preferRelativeResize="0"/>
            <p:nvPr/>
          </p:nvPicPr>
          <p:blipFill>
            <a:blip r:embed="rId2">
              <a:alphaModFix amt="47000"/>
            </a:blip>
            <a:stretch>
              <a:fillRect/>
            </a:stretch>
          </p:blipFill>
          <p:spPr>
            <a:xfrm flipH="1">
              <a:off x="0" y="2381"/>
              <a:ext cx="9144000" cy="5138738"/>
            </a:xfrm>
            <a:prstGeom prst="rect">
              <a:avLst/>
            </a:prstGeom>
            <a:noFill/>
            <a:ln>
              <a:noFill/>
            </a:ln>
          </p:spPr>
        </p:pic>
        <p:sp>
          <p:nvSpPr>
            <p:cNvPr id="138" name="Google Shape;138;p28"/>
            <p:cNvSpPr/>
            <p:nvPr/>
          </p:nvSpPr>
          <p:spPr>
            <a:xfrm flipH="1" rot="10800000">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28"/>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0" name="Google Shape;140;p28"/>
          <p:cNvSpPr txBox="1"/>
          <p:nvPr>
            <p:ph hasCustomPrompt="1" idx="2" type="title"/>
          </p:nvPr>
        </p:nvSpPr>
        <p:spPr>
          <a:xfrm flipH="1" rot="-60218">
            <a:off x="718248" y="1822889"/>
            <a:ext cx="1661355" cy="488772"/>
          </a:xfrm>
          <a:prstGeom prst="rect">
            <a:avLst/>
          </a:prstGeom>
          <a:solidFill>
            <a:schemeClr val="dk1"/>
          </a:solidFill>
        </p:spPr>
        <p:txBody>
          <a:bodyPr anchorCtr="0" anchor="ctr" bIns="0" lIns="0" spcFirstLastPara="1" rIns="0" wrap="square" tIns="0">
            <a:noAutofit/>
          </a:bodyPr>
          <a:lstStyle>
            <a:lvl1pPr lvl="0" algn="ctr">
              <a:spcBef>
                <a:spcPts val="0"/>
              </a:spcBef>
              <a:spcAft>
                <a:spcPts val="0"/>
              </a:spcAft>
              <a:buSzPts val="2500"/>
              <a:buNone/>
              <a:defRPr b="1" sz="3000">
                <a:solidFill>
                  <a:schemeClr val="accent2"/>
                </a:solidFill>
                <a:latin typeface="Jost"/>
                <a:ea typeface="Jost"/>
                <a:cs typeface="Jost"/>
                <a:sym typeface="Jost"/>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r>
              <a:t>xx%</a:t>
            </a:r>
          </a:p>
        </p:txBody>
      </p:sp>
      <p:sp>
        <p:nvSpPr>
          <p:cNvPr id="141" name="Google Shape;141;p28"/>
          <p:cNvSpPr txBox="1"/>
          <p:nvPr>
            <p:ph idx="1" type="subTitle"/>
          </p:nvPr>
        </p:nvSpPr>
        <p:spPr>
          <a:xfrm>
            <a:off x="731425" y="3238975"/>
            <a:ext cx="16350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42" name="Google Shape;142;p28"/>
          <p:cNvSpPr txBox="1"/>
          <p:nvPr>
            <p:ph idx="3" type="subTitle"/>
          </p:nvPr>
        </p:nvSpPr>
        <p:spPr>
          <a:xfrm>
            <a:off x="731425" y="2486675"/>
            <a:ext cx="1635000" cy="6108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143" name="Google Shape;143;p28"/>
          <p:cNvSpPr txBox="1"/>
          <p:nvPr>
            <p:ph idx="4" type="subTitle"/>
          </p:nvPr>
        </p:nvSpPr>
        <p:spPr>
          <a:xfrm>
            <a:off x="2746808" y="3238975"/>
            <a:ext cx="16350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44" name="Google Shape;144;p28"/>
          <p:cNvSpPr txBox="1"/>
          <p:nvPr>
            <p:ph idx="5" type="subTitle"/>
          </p:nvPr>
        </p:nvSpPr>
        <p:spPr>
          <a:xfrm>
            <a:off x="2746410" y="2486675"/>
            <a:ext cx="1635000" cy="6108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145" name="Google Shape;145;p28"/>
          <p:cNvSpPr txBox="1"/>
          <p:nvPr>
            <p:ph idx="6" type="subTitle"/>
          </p:nvPr>
        </p:nvSpPr>
        <p:spPr>
          <a:xfrm>
            <a:off x="4762192" y="3238975"/>
            <a:ext cx="16350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46" name="Google Shape;146;p28"/>
          <p:cNvSpPr txBox="1"/>
          <p:nvPr>
            <p:ph idx="7" type="subTitle"/>
          </p:nvPr>
        </p:nvSpPr>
        <p:spPr>
          <a:xfrm>
            <a:off x="4761993" y="2486675"/>
            <a:ext cx="1635000" cy="6108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147" name="Google Shape;147;p28"/>
          <p:cNvSpPr txBox="1"/>
          <p:nvPr>
            <p:ph idx="8" type="subTitle"/>
          </p:nvPr>
        </p:nvSpPr>
        <p:spPr>
          <a:xfrm>
            <a:off x="6777575" y="3238975"/>
            <a:ext cx="16350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48" name="Google Shape;148;p28"/>
          <p:cNvSpPr txBox="1"/>
          <p:nvPr>
            <p:ph idx="9" type="subTitle"/>
          </p:nvPr>
        </p:nvSpPr>
        <p:spPr>
          <a:xfrm>
            <a:off x="6777575" y="2486675"/>
            <a:ext cx="1635000" cy="6108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149" name="Google Shape;149;p28"/>
          <p:cNvSpPr txBox="1"/>
          <p:nvPr>
            <p:ph hasCustomPrompt="1" idx="13" type="title"/>
          </p:nvPr>
        </p:nvSpPr>
        <p:spPr>
          <a:xfrm rot="60218">
            <a:off x="2733631" y="1822889"/>
            <a:ext cx="1661355" cy="488772"/>
          </a:xfrm>
          <a:prstGeom prst="rect">
            <a:avLst/>
          </a:prstGeom>
          <a:solidFill>
            <a:schemeClr val="dk2"/>
          </a:solidFill>
        </p:spPr>
        <p:txBody>
          <a:bodyPr anchorCtr="0" anchor="ctr" bIns="0" lIns="0" spcFirstLastPara="1" rIns="0" wrap="square" tIns="0">
            <a:noAutofit/>
          </a:bodyPr>
          <a:lstStyle>
            <a:lvl1pPr lvl="0" algn="ctr">
              <a:spcBef>
                <a:spcPts val="0"/>
              </a:spcBef>
              <a:spcAft>
                <a:spcPts val="0"/>
              </a:spcAft>
              <a:buSzPts val="2500"/>
              <a:buNone/>
              <a:defRPr b="1" sz="3000">
                <a:solidFill>
                  <a:schemeClr val="accent2"/>
                </a:solidFill>
                <a:latin typeface="Jost"/>
                <a:ea typeface="Jost"/>
                <a:cs typeface="Jost"/>
                <a:sym typeface="Jost"/>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r>
              <a:t>xx%</a:t>
            </a:r>
          </a:p>
        </p:txBody>
      </p:sp>
      <p:sp>
        <p:nvSpPr>
          <p:cNvPr id="150" name="Google Shape;150;p28"/>
          <p:cNvSpPr txBox="1"/>
          <p:nvPr>
            <p:ph hasCustomPrompt="1" idx="14" type="title"/>
          </p:nvPr>
        </p:nvSpPr>
        <p:spPr>
          <a:xfrm flipH="1" rot="-60218">
            <a:off x="4749014" y="1822889"/>
            <a:ext cx="1661355" cy="488772"/>
          </a:xfrm>
          <a:prstGeom prst="rect">
            <a:avLst/>
          </a:prstGeom>
          <a:solidFill>
            <a:schemeClr val="lt1"/>
          </a:solidFill>
        </p:spPr>
        <p:txBody>
          <a:bodyPr anchorCtr="0" anchor="ctr" bIns="0" lIns="0" spcFirstLastPara="1" rIns="0" wrap="square" tIns="0">
            <a:noAutofit/>
          </a:bodyPr>
          <a:lstStyle>
            <a:lvl1pPr lvl="0" algn="ctr">
              <a:spcBef>
                <a:spcPts val="0"/>
              </a:spcBef>
              <a:spcAft>
                <a:spcPts val="0"/>
              </a:spcAft>
              <a:buSzPts val="2500"/>
              <a:buNone/>
              <a:defRPr b="1" sz="3000">
                <a:latin typeface="Jost"/>
                <a:ea typeface="Jost"/>
                <a:cs typeface="Jost"/>
                <a:sym typeface="Jost"/>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r>
              <a:t>xx%</a:t>
            </a:r>
          </a:p>
        </p:txBody>
      </p:sp>
      <p:sp>
        <p:nvSpPr>
          <p:cNvPr id="151" name="Google Shape;151;p28"/>
          <p:cNvSpPr txBox="1"/>
          <p:nvPr>
            <p:ph hasCustomPrompt="1" idx="15" type="title"/>
          </p:nvPr>
        </p:nvSpPr>
        <p:spPr>
          <a:xfrm rot="60218">
            <a:off x="6764398" y="1822889"/>
            <a:ext cx="1661355" cy="488772"/>
          </a:xfrm>
          <a:prstGeom prst="rect">
            <a:avLst/>
          </a:prstGeom>
          <a:solidFill>
            <a:schemeClr val="lt2"/>
          </a:solidFill>
        </p:spPr>
        <p:txBody>
          <a:bodyPr anchorCtr="0" anchor="ctr" bIns="0" lIns="0" spcFirstLastPara="1" rIns="0" wrap="square" tIns="0">
            <a:noAutofit/>
          </a:bodyPr>
          <a:lstStyle>
            <a:lvl1pPr lvl="0" algn="ctr">
              <a:spcBef>
                <a:spcPts val="0"/>
              </a:spcBef>
              <a:spcAft>
                <a:spcPts val="0"/>
              </a:spcAft>
              <a:buSzPts val="2500"/>
              <a:buNone/>
              <a:defRPr b="1" sz="3000">
                <a:solidFill>
                  <a:schemeClr val="accent2"/>
                </a:solidFill>
                <a:latin typeface="Jost"/>
                <a:ea typeface="Jost"/>
                <a:cs typeface="Jost"/>
                <a:sym typeface="Jost"/>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r>
              <a:t>xx%</a:t>
            </a:r>
          </a:p>
        </p:txBody>
      </p:sp>
      <p:sp>
        <p:nvSpPr>
          <p:cNvPr id="152" name="Google Shape;152;p28"/>
          <p:cNvSpPr/>
          <p:nvPr/>
        </p:nvSpPr>
        <p:spPr>
          <a:xfrm>
            <a:off x="-2186450" y="2657200"/>
            <a:ext cx="4713000" cy="47130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8"/>
          <p:cNvSpPr/>
          <p:nvPr/>
        </p:nvSpPr>
        <p:spPr>
          <a:xfrm>
            <a:off x="6185400" y="-3178425"/>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54" name="Shape 154"/>
        <p:cNvGrpSpPr/>
        <p:nvPr/>
      </p:nvGrpSpPr>
      <p:grpSpPr>
        <a:xfrm>
          <a:off x="0" y="0"/>
          <a:ext cx="0" cy="0"/>
          <a:chOff x="0" y="0"/>
          <a:chExt cx="0" cy="0"/>
        </a:xfrm>
      </p:grpSpPr>
      <p:grpSp>
        <p:nvGrpSpPr>
          <p:cNvPr id="155" name="Google Shape;155;p29"/>
          <p:cNvGrpSpPr/>
          <p:nvPr/>
        </p:nvGrpSpPr>
        <p:grpSpPr>
          <a:xfrm flipH="1" rot="10800000">
            <a:off x="-37800" y="-37350"/>
            <a:ext cx="9219600" cy="5218200"/>
            <a:chOff x="-37800" y="-37350"/>
            <a:chExt cx="9219600" cy="5218200"/>
          </a:xfrm>
        </p:grpSpPr>
        <p:pic>
          <p:nvPicPr>
            <p:cNvPr id="156" name="Google Shape;156;p29"/>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157" name="Google Shape;157;p29"/>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 name="Google Shape;158;p29"/>
          <p:cNvSpPr txBox="1"/>
          <p:nvPr>
            <p:ph type="title"/>
          </p:nvPr>
        </p:nvSpPr>
        <p:spPr>
          <a:xfrm rot="-22923">
            <a:off x="2524745" y="3093049"/>
            <a:ext cx="4094191" cy="364218"/>
          </a:xfrm>
          <a:prstGeom prst="rect">
            <a:avLst/>
          </a:prstGeom>
          <a:solidFill>
            <a:schemeClr val="dk1"/>
          </a:solidFill>
        </p:spPr>
        <p:txBody>
          <a:bodyPr anchorCtr="0" anchor="ctr" bIns="0" lIns="0" spcFirstLastPara="1" rIns="0" wrap="square" tIns="0">
            <a:noAutofit/>
          </a:bodyPr>
          <a:lstStyle>
            <a:lvl1pPr lvl="0" algn="ctr">
              <a:lnSpc>
                <a:spcPct val="100000"/>
              </a:lnSpc>
              <a:spcBef>
                <a:spcPts val="0"/>
              </a:spcBef>
              <a:spcAft>
                <a:spcPts val="0"/>
              </a:spcAft>
              <a:buSzPts val="4200"/>
              <a:buNone/>
              <a:defRPr sz="2000">
                <a:solidFill>
                  <a:schemeClr val="accent2"/>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59" name="Google Shape;159;p29"/>
          <p:cNvSpPr txBox="1"/>
          <p:nvPr>
            <p:ph idx="1" type="subTitle"/>
          </p:nvPr>
        </p:nvSpPr>
        <p:spPr>
          <a:xfrm>
            <a:off x="1978050" y="1672592"/>
            <a:ext cx="5187900" cy="1260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100"/>
              <a:buNone/>
              <a:defRPr sz="25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0" name="Google Shape;160;p29"/>
          <p:cNvSpPr/>
          <p:nvPr/>
        </p:nvSpPr>
        <p:spPr>
          <a:xfrm flipH="1" rot="10800000">
            <a:off x="6925300" y="298170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9"/>
          <p:cNvSpPr/>
          <p:nvPr/>
        </p:nvSpPr>
        <p:spPr>
          <a:xfrm flipH="1" rot="10800000">
            <a:off x="-2020675" y="-302675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3">
    <p:spTree>
      <p:nvGrpSpPr>
        <p:cNvPr id="162" name="Shape 162"/>
        <p:cNvGrpSpPr/>
        <p:nvPr/>
      </p:nvGrpSpPr>
      <p:grpSpPr>
        <a:xfrm>
          <a:off x="0" y="0"/>
          <a:ext cx="0" cy="0"/>
          <a:chOff x="0" y="0"/>
          <a:chExt cx="0" cy="0"/>
        </a:xfrm>
      </p:grpSpPr>
      <p:grpSp>
        <p:nvGrpSpPr>
          <p:cNvPr id="163" name="Google Shape;163;p30"/>
          <p:cNvGrpSpPr/>
          <p:nvPr/>
        </p:nvGrpSpPr>
        <p:grpSpPr>
          <a:xfrm>
            <a:off x="-37800" y="-37350"/>
            <a:ext cx="9219600" cy="5218200"/>
            <a:chOff x="-37800" y="-37350"/>
            <a:chExt cx="9219600" cy="5218200"/>
          </a:xfrm>
        </p:grpSpPr>
        <p:pic>
          <p:nvPicPr>
            <p:cNvPr id="164" name="Google Shape;164;p30"/>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165" name="Google Shape;165;p30"/>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30"/>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7" name="Google Shape;167;p30"/>
          <p:cNvSpPr/>
          <p:nvPr/>
        </p:nvSpPr>
        <p:spPr>
          <a:xfrm flipH="1" rot="10800000">
            <a:off x="-2562600" y="1166025"/>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0"/>
          <p:cNvSpPr/>
          <p:nvPr/>
        </p:nvSpPr>
        <p:spPr>
          <a:xfrm flipH="1" rot="10800000">
            <a:off x="7321150" y="-154157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3_1">
    <p:spTree>
      <p:nvGrpSpPr>
        <p:cNvPr id="169" name="Shape 169"/>
        <p:cNvGrpSpPr/>
        <p:nvPr/>
      </p:nvGrpSpPr>
      <p:grpSpPr>
        <a:xfrm>
          <a:off x="0" y="0"/>
          <a:ext cx="0" cy="0"/>
          <a:chOff x="0" y="0"/>
          <a:chExt cx="0" cy="0"/>
        </a:xfrm>
      </p:grpSpPr>
      <p:grpSp>
        <p:nvGrpSpPr>
          <p:cNvPr id="170" name="Google Shape;170;p31"/>
          <p:cNvGrpSpPr/>
          <p:nvPr/>
        </p:nvGrpSpPr>
        <p:grpSpPr>
          <a:xfrm rot="10800000">
            <a:off x="-37800" y="-37350"/>
            <a:ext cx="9219600" cy="5218200"/>
            <a:chOff x="-37800" y="-37350"/>
            <a:chExt cx="9219600" cy="5218200"/>
          </a:xfrm>
        </p:grpSpPr>
        <p:pic>
          <p:nvPicPr>
            <p:cNvPr id="171" name="Google Shape;171;p31"/>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172" name="Google Shape;172;p31"/>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 name="Google Shape;173;p31"/>
          <p:cNvSpPr/>
          <p:nvPr/>
        </p:nvSpPr>
        <p:spPr>
          <a:xfrm flipH="1">
            <a:off x="4722800" y="-2648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1"/>
          <p:cNvSpPr/>
          <p:nvPr/>
        </p:nvSpPr>
        <p:spPr>
          <a:xfrm flipH="1">
            <a:off x="-2052675" y="31932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1"/>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176" name="Shape 176"/>
        <p:cNvGrpSpPr/>
        <p:nvPr/>
      </p:nvGrpSpPr>
      <p:grpSpPr>
        <a:xfrm>
          <a:off x="0" y="0"/>
          <a:ext cx="0" cy="0"/>
          <a:chOff x="0" y="0"/>
          <a:chExt cx="0" cy="0"/>
        </a:xfrm>
      </p:grpSpPr>
      <p:grpSp>
        <p:nvGrpSpPr>
          <p:cNvPr id="177" name="Google Shape;177;p32"/>
          <p:cNvGrpSpPr/>
          <p:nvPr/>
        </p:nvGrpSpPr>
        <p:grpSpPr>
          <a:xfrm>
            <a:off x="-37800" y="-37350"/>
            <a:ext cx="9219600" cy="5218200"/>
            <a:chOff x="-37800" y="-37350"/>
            <a:chExt cx="9219600" cy="5218200"/>
          </a:xfrm>
        </p:grpSpPr>
        <p:pic>
          <p:nvPicPr>
            <p:cNvPr id="178" name="Google Shape;178;p32"/>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179" name="Google Shape;179;p32"/>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32"/>
          <p:cNvSpPr/>
          <p:nvPr/>
        </p:nvSpPr>
        <p:spPr>
          <a:xfrm flipH="1" rot="10800000">
            <a:off x="-2596975" y="1112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2"/>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2" name="Google Shape;182;p32"/>
          <p:cNvSpPr txBox="1"/>
          <p:nvPr>
            <p:ph idx="1" type="subTitle"/>
          </p:nvPr>
        </p:nvSpPr>
        <p:spPr>
          <a:xfrm>
            <a:off x="714175" y="3040575"/>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83" name="Google Shape;183;p32"/>
          <p:cNvSpPr txBox="1"/>
          <p:nvPr>
            <p:ph idx="2" type="subTitle"/>
          </p:nvPr>
        </p:nvSpPr>
        <p:spPr>
          <a:xfrm>
            <a:off x="714175" y="2674661"/>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184" name="Google Shape;184;p32"/>
          <p:cNvSpPr txBox="1"/>
          <p:nvPr>
            <p:ph idx="3" type="subTitle"/>
          </p:nvPr>
        </p:nvSpPr>
        <p:spPr>
          <a:xfrm>
            <a:off x="3459325" y="3040575"/>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85" name="Google Shape;185;p32"/>
          <p:cNvSpPr txBox="1"/>
          <p:nvPr>
            <p:ph idx="4" type="subTitle"/>
          </p:nvPr>
        </p:nvSpPr>
        <p:spPr>
          <a:xfrm>
            <a:off x="3459325" y="2674661"/>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186" name="Google Shape;186;p32"/>
          <p:cNvSpPr txBox="1"/>
          <p:nvPr>
            <p:ph idx="5" type="subTitle"/>
          </p:nvPr>
        </p:nvSpPr>
        <p:spPr>
          <a:xfrm>
            <a:off x="6204475" y="3040575"/>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87" name="Google Shape;187;p32"/>
          <p:cNvSpPr txBox="1"/>
          <p:nvPr>
            <p:ph idx="6" type="subTitle"/>
          </p:nvPr>
        </p:nvSpPr>
        <p:spPr>
          <a:xfrm>
            <a:off x="6204475" y="2674661"/>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188" name="Google Shape;188;p32"/>
          <p:cNvSpPr/>
          <p:nvPr/>
        </p:nvSpPr>
        <p:spPr>
          <a:xfrm flipH="1" rot="10800000">
            <a:off x="7160300" y="-15028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_1">
    <p:spTree>
      <p:nvGrpSpPr>
        <p:cNvPr id="189" name="Shape 189"/>
        <p:cNvGrpSpPr/>
        <p:nvPr/>
      </p:nvGrpSpPr>
      <p:grpSpPr>
        <a:xfrm>
          <a:off x="0" y="0"/>
          <a:ext cx="0" cy="0"/>
          <a:chOff x="0" y="0"/>
          <a:chExt cx="0" cy="0"/>
        </a:xfrm>
      </p:grpSpPr>
      <p:grpSp>
        <p:nvGrpSpPr>
          <p:cNvPr id="190" name="Google Shape;190;p33"/>
          <p:cNvGrpSpPr/>
          <p:nvPr/>
        </p:nvGrpSpPr>
        <p:grpSpPr>
          <a:xfrm flipH="1" rot="10800000">
            <a:off x="-37800" y="-37350"/>
            <a:ext cx="9219600" cy="5218200"/>
            <a:chOff x="-37800" y="-37350"/>
            <a:chExt cx="9219600" cy="5218200"/>
          </a:xfrm>
        </p:grpSpPr>
        <p:pic>
          <p:nvPicPr>
            <p:cNvPr id="191" name="Google Shape;191;p33"/>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192" name="Google Shape;192;p33"/>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 name="Google Shape;193;p33"/>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4" name="Google Shape;194;p33"/>
          <p:cNvSpPr txBox="1"/>
          <p:nvPr>
            <p:ph idx="1" type="subTitle"/>
          </p:nvPr>
        </p:nvSpPr>
        <p:spPr>
          <a:xfrm>
            <a:off x="1732483" y="2104650"/>
            <a:ext cx="2615100" cy="467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95" name="Google Shape;195;p33"/>
          <p:cNvSpPr txBox="1"/>
          <p:nvPr>
            <p:ph idx="2" type="subTitle"/>
          </p:nvPr>
        </p:nvSpPr>
        <p:spPr>
          <a:xfrm>
            <a:off x="1732483" y="1713300"/>
            <a:ext cx="2615100" cy="343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196" name="Google Shape;196;p33"/>
          <p:cNvSpPr txBox="1"/>
          <p:nvPr>
            <p:ph idx="3" type="subTitle"/>
          </p:nvPr>
        </p:nvSpPr>
        <p:spPr>
          <a:xfrm>
            <a:off x="1732483" y="3416300"/>
            <a:ext cx="2615100" cy="467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97" name="Google Shape;197;p33"/>
          <p:cNvSpPr txBox="1"/>
          <p:nvPr>
            <p:ph idx="4" type="subTitle"/>
          </p:nvPr>
        </p:nvSpPr>
        <p:spPr>
          <a:xfrm>
            <a:off x="1732483" y="3024950"/>
            <a:ext cx="2615100" cy="343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198" name="Google Shape;198;p33"/>
          <p:cNvSpPr txBox="1"/>
          <p:nvPr>
            <p:ph idx="5" type="subTitle"/>
          </p:nvPr>
        </p:nvSpPr>
        <p:spPr>
          <a:xfrm>
            <a:off x="5813024" y="2104650"/>
            <a:ext cx="2615100" cy="467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199" name="Google Shape;199;p33"/>
          <p:cNvSpPr txBox="1"/>
          <p:nvPr>
            <p:ph idx="6" type="subTitle"/>
          </p:nvPr>
        </p:nvSpPr>
        <p:spPr>
          <a:xfrm>
            <a:off x="5813024" y="1713300"/>
            <a:ext cx="2615100" cy="343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00" name="Google Shape;200;p33"/>
          <p:cNvSpPr txBox="1"/>
          <p:nvPr>
            <p:ph idx="7" type="subTitle"/>
          </p:nvPr>
        </p:nvSpPr>
        <p:spPr>
          <a:xfrm>
            <a:off x="5813024" y="3416300"/>
            <a:ext cx="2615100" cy="467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201" name="Google Shape;201;p33"/>
          <p:cNvSpPr txBox="1"/>
          <p:nvPr>
            <p:ph idx="8" type="subTitle"/>
          </p:nvPr>
        </p:nvSpPr>
        <p:spPr>
          <a:xfrm>
            <a:off x="5813024" y="3024950"/>
            <a:ext cx="2615100" cy="343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02" name="Google Shape;202;p33"/>
          <p:cNvSpPr/>
          <p:nvPr/>
        </p:nvSpPr>
        <p:spPr>
          <a:xfrm>
            <a:off x="-2596975" y="-25213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3"/>
          <p:cNvSpPr/>
          <p:nvPr/>
        </p:nvSpPr>
        <p:spPr>
          <a:xfrm>
            <a:off x="7366800" y="32366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_1_1">
    <p:spTree>
      <p:nvGrpSpPr>
        <p:cNvPr id="204" name="Shape 204"/>
        <p:cNvGrpSpPr/>
        <p:nvPr/>
      </p:nvGrpSpPr>
      <p:grpSpPr>
        <a:xfrm>
          <a:off x="0" y="0"/>
          <a:ext cx="0" cy="0"/>
          <a:chOff x="0" y="0"/>
          <a:chExt cx="0" cy="0"/>
        </a:xfrm>
      </p:grpSpPr>
      <p:grpSp>
        <p:nvGrpSpPr>
          <p:cNvPr id="205" name="Google Shape;205;p34"/>
          <p:cNvGrpSpPr/>
          <p:nvPr/>
        </p:nvGrpSpPr>
        <p:grpSpPr>
          <a:xfrm>
            <a:off x="-37800" y="-37350"/>
            <a:ext cx="9219600" cy="5218200"/>
            <a:chOff x="-37800" y="-37350"/>
            <a:chExt cx="9219600" cy="5218200"/>
          </a:xfrm>
        </p:grpSpPr>
        <p:pic>
          <p:nvPicPr>
            <p:cNvPr id="206" name="Google Shape;206;p34"/>
            <p:cNvPicPr preferRelativeResize="0"/>
            <p:nvPr/>
          </p:nvPicPr>
          <p:blipFill>
            <a:blip r:embed="rId2">
              <a:alphaModFix amt="47000"/>
            </a:blip>
            <a:stretch>
              <a:fillRect/>
            </a:stretch>
          </p:blipFill>
          <p:spPr>
            <a:xfrm flipH="1">
              <a:off x="0" y="2381"/>
              <a:ext cx="9144000" cy="5138738"/>
            </a:xfrm>
            <a:prstGeom prst="rect">
              <a:avLst/>
            </a:prstGeom>
            <a:noFill/>
            <a:ln>
              <a:noFill/>
            </a:ln>
          </p:spPr>
        </p:pic>
        <p:sp>
          <p:nvSpPr>
            <p:cNvPr id="207" name="Google Shape;207;p34"/>
            <p:cNvSpPr/>
            <p:nvPr/>
          </p:nvSpPr>
          <p:spPr>
            <a:xfrm flipH="1" rot="10800000">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 name="Google Shape;208;p34"/>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4"/>
          <p:cNvSpPr txBox="1"/>
          <p:nvPr>
            <p:ph idx="1" type="subTitle"/>
          </p:nvPr>
        </p:nvSpPr>
        <p:spPr>
          <a:xfrm>
            <a:off x="714175" y="193205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210" name="Google Shape;210;p34"/>
          <p:cNvSpPr txBox="1"/>
          <p:nvPr>
            <p:ph idx="2" type="subTitle"/>
          </p:nvPr>
        </p:nvSpPr>
        <p:spPr>
          <a:xfrm>
            <a:off x="714175" y="156613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11" name="Google Shape;211;p34"/>
          <p:cNvSpPr txBox="1"/>
          <p:nvPr>
            <p:ph idx="3" type="subTitle"/>
          </p:nvPr>
        </p:nvSpPr>
        <p:spPr>
          <a:xfrm>
            <a:off x="3459325" y="193205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212" name="Google Shape;212;p34"/>
          <p:cNvSpPr txBox="1"/>
          <p:nvPr>
            <p:ph idx="4" type="subTitle"/>
          </p:nvPr>
        </p:nvSpPr>
        <p:spPr>
          <a:xfrm>
            <a:off x="3459325" y="156613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13" name="Google Shape;213;p34"/>
          <p:cNvSpPr txBox="1"/>
          <p:nvPr>
            <p:ph idx="5" type="subTitle"/>
          </p:nvPr>
        </p:nvSpPr>
        <p:spPr>
          <a:xfrm>
            <a:off x="6204475" y="193205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214" name="Google Shape;214;p34"/>
          <p:cNvSpPr txBox="1"/>
          <p:nvPr>
            <p:ph idx="6" type="subTitle"/>
          </p:nvPr>
        </p:nvSpPr>
        <p:spPr>
          <a:xfrm>
            <a:off x="6204475" y="156613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15" name="Google Shape;215;p34"/>
          <p:cNvSpPr txBox="1"/>
          <p:nvPr>
            <p:ph idx="7" type="subTitle"/>
          </p:nvPr>
        </p:nvSpPr>
        <p:spPr>
          <a:xfrm>
            <a:off x="714175" y="351190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216" name="Google Shape;216;p34"/>
          <p:cNvSpPr txBox="1"/>
          <p:nvPr>
            <p:ph idx="8" type="subTitle"/>
          </p:nvPr>
        </p:nvSpPr>
        <p:spPr>
          <a:xfrm>
            <a:off x="714175" y="314598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17" name="Google Shape;217;p34"/>
          <p:cNvSpPr txBox="1"/>
          <p:nvPr>
            <p:ph idx="9" type="subTitle"/>
          </p:nvPr>
        </p:nvSpPr>
        <p:spPr>
          <a:xfrm>
            <a:off x="3459325" y="351190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218" name="Google Shape;218;p34"/>
          <p:cNvSpPr txBox="1"/>
          <p:nvPr>
            <p:ph idx="13" type="subTitle"/>
          </p:nvPr>
        </p:nvSpPr>
        <p:spPr>
          <a:xfrm>
            <a:off x="3459325" y="314598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19" name="Google Shape;219;p34"/>
          <p:cNvSpPr txBox="1"/>
          <p:nvPr>
            <p:ph idx="14" type="subTitle"/>
          </p:nvPr>
        </p:nvSpPr>
        <p:spPr>
          <a:xfrm>
            <a:off x="6204475" y="351190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220" name="Google Shape;220;p34"/>
          <p:cNvSpPr txBox="1"/>
          <p:nvPr>
            <p:ph idx="15" type="subTitle"/>
          </p:nvPr>
        </p:nvSpPr>
        <p:spPr>
          <a:xfrm>
            <a:off x="6204475" y="314598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21" name="Google Shape;221;p34"/>
          <p:cNvSpPr/>
          <p:nvPr/>
        </p:nvSpPr>
        <p:spPr>
          <a:xfrm flipH="1">
            <a:off x="-1840725" y="307112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4"/>
          <p:cNvSpPr/>
          <p:nvPr/>
        </p:nvSpPr>
        <p:spPr>
          <a:xfrm flipH="1">
            <a:off x="5181100" y="-2544225"/>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5">
    <p:spTree>
      <p:nvGrpSpPr>
        <p:cNvPr id="223" name="Shape 223"/>
        <p:cNvGrpSpPr/>
        <p:nvPr/>
      </p:nvGrpSpPr>
      <p:grpSpPr>
        <a:xfrm>
          <a:off x="0" y="0"/>
          <a:ext cx="0" cy="0"/>
          <a:chOff x="0" y="0"/>
          <a:chExt cx="0" cy="0"/>
        </a:xfrm>
      </p:grpSpPr>
      <p:grpSp>
        <p:nvGrpSpPr>
          <p:cNvPr id="224" name="Google Shape;224;p35"/>
          <p:cNvGrpSpPr/>
          <p:nvPr/>
        </p:nvGrpSpPr>
        <p:grpSpPr>
          <a:xfrm>
            <a:off x="-37800" y="-37350"/>
            <a:ext cx="9219600" cy="5218200"/>
            <a:chOff x="-37800" y="-37350"/>
            <a:chExt cx="9219600" cy="5218200"/>
          </a:xfrm>
        </p:grpSpPr>
        <p:pic>
          <p:nvPicPr>
            <p:cNvPr id="225" name="Google Shape;225;p35"/>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226" name="Google Shape;226;p35"/>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7" name="Google Shape;227;p35"/>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8" name="Google Shape;228;p35"/>
          <p:cNvSpPr txBox="1"/>
          <p:nvPr>
            <p:ph idx="1" type="body"/>
          </p:nvPr>
        </p:nvSpPr>
        <p:spPr>
          <a:xfrm>
            <a:off x="1278450" y="1694775"/>
            <a:ext cx="6587100" cy="2220300"/>
          </a:xfrm>
          <a:prstGeom prst="rect">
            <a:avLst/>
          </a:prstGeom>
        </p:spPr>
        <p:txBody>
          <a:bodyPr anchorCtr="0" anchor="t" bIns="0" lIns="0" spcFirstLastPara="1" rIns="0" wrap="square" tIns="0">
            <a:noAutofit/>
          </a:bodyPr>
          <a:lstStyle>
            <a:lvl1pPr indent="-330200" lvl="0" marL="457200">
              <a:lnSpc>
                <a:spcPct val="100000"/>
              </a:lnSpc>
              <a:spcBef>
                <a:spcPts val="0"/>
              </a:spcBef>
              <a:spcAft>
                <a:spcPts val="0"/>
              </a:spcAft>
              <a:buClr>
                <a:schemeClr val="dk1"/>
              </a:buClr>
              <a:buSzPts val="1600"/>
              <a:buFont typeface="Jost SemiBold"/>
              <a:buChar char="●"/>
              <a:defRPr/>
            </a:lvl1pPr>
            <a:lvl2pPr indent="-330200" lvl="1" marL="914400">
              <a:lnSpc>
                <a:spcPct val="100000"/>
              </a:lnSpc>
              <a:spcBef>
                <a:spcPts val="0"/>
              </a:spcBef>
              <a:spcAft>
                <a:spcPts val="0"/>
              </a:spcAft>
              <a:buClr>
                <a:schemeClr val="lt2"/>
              </a:buClr>
              <a:buSzPts val="1600"/>
              <a:buFont typeface="Montserrat"/>
              <a:buChar char="○"/>
              <a:defRPr/>
            </a:lvl2pPr>
            <a:lvl3pPr indent="-330200" lvl="2" marL="1371600">
              <a:spcBef>
                <a:spcPts val="0"/>
              </a:spcBef>
              <a:spcAft>
                <a:spcPts val="0"/>
              </a:spcAft>
              <a:buClr>
                <a:schemeClr val="lt2"/>
              </a:buClr>
              <a:buSzPts val="1600"/>
              <a:buFont typeface="Montserrat"/>
              <a:buChar char="■"/>
              <a:defRPr/>
            </a:lvl3pPr>
            <a:lvl4pPr indent="-330200" lvl="3" marL="1828800">
              <a:spcBef>
                <a:spcPts val="0"/>
              </a:spcBef>
              <a:spcAft>
                <a:spcPts val="0"/>
              </a:spcAft>
              <a:buClr>
                <a:schemeClr val="lt2"/>
              </a:buClr>
              <a:buSzPts val="1600"/>
              <a:buFont typeface="Montserrat"/>
              <a:buChar char="●"/>
              <a:defRPr/>
            </a:lvl4pPr>
            <a:lvl5pPr indent="-330200" lvl="4" marL="2286000">
              <a:spcBef>
                <a:spcPts val="0"/>
              </a:spcBef>
              <a:spcAft>
                <a:spcPts val="0"/>
              </a:spcAft>
              <a:buClr>
                <a:schemeClr val="lt2"/>
              </a:buClr>
              <a:buSzPts val="1600"/>
              <a:buFont typeface="Montserrat"/>
              <a:buChar char="○"/>
              <a:defRPr/>
            </a:lvl5pPr>
            <a:lvl6pPr indent="-330200" lvl="5" marL="2743200">
              <a:spcBef>
                <a:spcPts val="0"/>
              </a:spcBef>
              <a:spcAft>
                <a:spcPts val="0"/>
              </a:spcAft>
              <a:buClr>
                <a:schemeClr val="lt2"/>
              </a:buClr>
              <a:buSzPts val="1600"/>
              <a:buFont typeface="Montserrat"/>
              <a:buChar char="■"/>
              <a:defRPr/>
            </a:lvl6pPr>
            <a:lvl7pPr indent="-330200" lvl="6" marL="3200400">
              <a:spcBef>
                <a:spcPts val="0"/>
              </a:spcBef>
              <a:spcAft>
                <a:spcPts val="0"/>
              </a:spcAft>
              <a:buClr>
                <a:schemeClr val="lt2"/>
              </a:buClr>
              <a:buSzPts val="1600"/>
              <a:buFont typeface="Montserrat"/>
              <a:buChar char="●"/>
              <a:defRPr/>
            </a:lvl7pPr>
            <a:lvl8pPr indent="-330200" lvl="7" marL="3657600">
              <a:spcBef>
                <a:spcPts val="0"/>
              </a:spcBef>
              <a:spcAft>
                <a:spcPts val="0"/>
              </a:spcAft>
              <a:buClr>
                <a:schemeClr val="lt2"/>
              </a:buClr>
              <a:buSzPts val="1600"/>
              <a:buFont typeface="Montserrat"/>
              <a:buChar char="○"/>
              <a:defRPr/>
            </a:lvl8pPr>
            <a:lvl9pPr indent="-330200" lvl="8" marL="4114800">
              <a:spcBef>
                <a:spcPts val="0"/>
              </a:spcBef>
              <a:spcAft>
                <a:spcPts val="0"/>
              </a:spcAft>
              <a:buClr>
                <a:schemeClr val="lt2"/>
              </a:buClr>
              <a:buSzPts val="1600"/>
              <a:buFont typeface="Montserrat"/>
              <a:buChar char="■"/>
              <a:defRPr/>
            </a:lvl9pPr>
          </a:lstStyle>
          <a:p/>
        </p:txBody>
      </p:sp>
      <p:sp>
        <p:nvSpPr>
          <p:cNvPr id="229" name="Google Shape;229;p35"/>
          <p:cNvSpPr/>
          <p:nvPr/>
        </p:nvSpPr>
        <p:spPr>
          <a:xfrm>
            <a:off x="7088775" y="-161937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5"/>
          <p:cNvSpPr/>
          <p:nvPr/>
        </p:nvSpPr>
        <p:spPr>
          <a:xfrm>
            <a:off x="-2819400" y="1984225"/>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_1">
    <p:spTree>
      <p:nvGrpSpPr>
        <p:cNvPr id="231" name="Shape 231"/>
        <p:cNvGrpSpPr/>
        <p:nvPr/>
      </p:nvGrpSpPr>
      <p:grpSpPr>
        <a:xfrm>
          <a:off x="0" y="0"/>
          <a:ext cx="0" cy="0"/>
          <a:chOff x="0" y="0"/>
          <a:chExt cx="0" cy="0"/>
        </a:xfrm>
      </p:grpSpPr>
      <p:grpSp>
        <p:nvGrpSpPr>
          <p:cNvPr id="232" name="Google Shape;232;p36"/>
          <p:cNvGrpSpPr/>
          <p:nvPr/>
        </p:nvGrpSpPr>
        <p:grpSpPr>
          <a:xfrm>
            <a:off x="-37800" y="-37350"/>
            <a:ext cx="9219600" cy="5218200"/>
            <a:chOff x="-37800" y="-37350"/>
            <a:chExt cx="9219600" cy="5218200"/>
          </a:xfrm>
        </p:grpSpPr>
        <p:pic>
          <p:nvPicPr>
            <p:cNvPr id="233" name="Google Shape;233;p36"/>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234" name="Google Shape;234;p36"/>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5" name="Google Shape;235;p36"/>
          <p:cNvSpPr txBox="1"/>
          <p:nvPr>
            <p:ph idx="1" type="subTitle"/>
          </p:nvPr>
        </p:nvSpPr>
        <p:spPr>
          <a:xfrm flipH="1">
            <a:off x="714125" y="2028075"/>
            <a:ext cx="7715700" cy="16158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600"/>
              <a:buNone/>
              <a:defRPr/>
            </a:lvl1pPr>
            <a:lvl2pPr lvl="1" algn="r">
              <a:spcBef>
                <a:spcPts val="0"/>
              </a:spcBef>
              <a:spcAft>
                <a:spcPts val="0"/>
              </a:spcAft>
              <a:buSzPts val="1600"/>
              <a:buNone/>
              <a:defRPr/>
            </a:lvl2pPr>
            <a:lvl3pPr lvl="2" algn="r">
              <a:spcBef>
                <a:spcPts val="0"/>
              </a:spcBef>
              <a:spcAft>
                <a:spcPts val="0"/>
              </a:spcAft>
              <a:buSzPts val="1600"/>
              <a:buNone/>
              <a:defRPr/>
            </a:lvl3pPr>
            <a:lvl4pPr lvl="3" algn="r">
              <a:spcBef>
                <a:spcPts val="0"/>
              </a:spcBef>
              <a:spcAft>
                <a:spcPts val="0"/>
              </a:spcAft>
              <a:buSzPts val="1600"/>
              <a:buNone/>
              <a:defRPr/>
            </a:lvl4pPr>
            <a:lvl5pPr lvl="4" algn="r">
              <a:spcBef>
                <a:spcPts val="0"/>
              </a:spcBef>
              <a:spcAft>
                <a:spcPts val="0"/>
              </a:spcAft>
              <a:buSzPts val="1600"/>
              <a:buNone/>
              <a:defRPr/>
            </a:lvl5pPr>
            <a:lvl6pPr lvl="5" algn="r">
              <a:spcBef>
                <a:spcPts val="0"/>
              </a:spcBef>
              <a:spcAft>
                <a:spcPts val="0"/>
              </a:spcAft>
              <a:buSzPts val="1600"/>
              <a:buNone/>
              <a:defRPr/>
            </a:lvl6pPr>
            <a:lvl7pPr lvl="6" algn="r">
              <a:spcBef>
                <a:spcPts val="0"/>
              </a:spcBef>
              <a:spcAft>
                <a:spcPts val="0"/>
              </a:spcAft>
              <a:buSzPts val="1600"/>
              <a:buNone/>
              <a:defRPr/>
            </a:lvl7pPr>
            <a:lvl8pPr lvl="7" algn="r">
              <a:spcBef>
                <a:spcPts val="0"/>
              </a:spcBef>
              <a:spcAft>
                <a:spcPts val="0"/>
              </a:spcAft>
              <a:buSzPts val="1600"/>
              <a:buNone/>
              <a:defRPr/>
            </a:lvl8pPr>
            <a:lvl9pPr lvl="8" algn="r">
              <a:spcBef>
                <a:spcPts val="0"/>
              </a:spcBef>
              <a:spcAft>
                <a:spcPts val="0"/>
              </a:spcAft>
              <a:buSzPts val="1600"/>
              <a:buNone/>
              <a:defRPr/>
            </a:lvl9pPr>
          </a:lstStyle>
          <a:p/>
        </p:txBody>
      </p:sp>
      <p:sp>
        <p:nvSpPr>
          <p:cNvPr id="236" name="Google Shape;236;p36"/>
          <p:cNvSpPr txBox="1"/>
          <p:nvPr>
            <p:ph idx="2" type="subTitle"/>
          </p:nvPr>
        </p:nvSpPr>
        <p:spPr>
          <a:xfrm flipH="1">
            <a:off x="714074" y="1490725"/>
            <a:ext cx="7715700" cy="365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atin typeface="Jost SemiBold"/>
                <a:ea typeface="Jost SemiBold"/>
                <a:cs typeface="Jost SemiBold"/>
                <a:sym typeface="Jost SemiBold"/>
              </a:defRPr>
            </a:lvl1pPr>
            <a:lvl2pPr lvl="1" algn="r">
              <a:spcBef>
                <a:spcPts val="0"/>
              </a:spcBef>
              <a:spcAft>
                <a:spcPts val="0"/>
              </a:spcAft>
              <a:buSzPts val="2000"/>
              <a:buNone/>
              <a:defRPr b="1" sz="2000"/>
            </a:lvl2pPr>
            <a:lvl3pPr lvl="2" algn="r">
              <a:spcBef>
                <a:spcPts val="0"/>
              </a:spcBef>
              <a:spcAft>
                <a:spcPts val="0"/>
              </a:spcAft>
              <a:buSzPts val="2000"/>
              <a:buNone/>
              <a:defRPr b="1" sz="2000"/>
            </a:lvl3pPr>
            <a:lvl4pPr lvl="3" algn="r">
              <a:spcBef>
                <a:spcPts val="0"/>
              </a:spcBef>
              <a:spcAft>
                <a:spcPts val="0"/>
              </a:spcAft>
              <a:buSzPts val="2000"/>
              <a:buNone/>
              <a:defRPr b="1" sz="2000"/>
            </a:lvl4pPr>
            <a:lvl5pPr lvl="4" algn="r">
              <a:spcBef>
                <a:spcPts val="0"/>
              </a:spcBef>
              <a:spcAft>
                <a:spcPts val="0"/>
              </a:spcAft>
              <a:buSzPts val="2000"/>
              <a:buNone/>
              <a:defRPr b="1" sz="2000"/>
            </a:lvl5pPr>
            <a:lvl6pPr lvl="5" algn="r">
              <a:spcBef>
                <a:spcPts val="0"/>
              </a:spcBef>
              <a:spcAft>
                <a:spcPts val="0"/>
              </a:spcAft>
              <a:buSzPts val="2000"/>
              <a:buNone/>
              <a:defRPr b="1" sz="2000"/>
            </a:lvl6pPr>
            <a:lvl7pPr lvl="6" algn="r">
              <a:spcBef>
                <a:spcPts val="0"/>
              </a:spcBef>
              <a:spcAft>
                <a:spcPts val="0"/>
              </a:spcAft>
              <a:buSzPts val="2000"/>
              <a:buNone/>
              <a:defRPr b="1" sz="2000"/>
            </a:lvl7pPr>
            <a:lvl8pPr lvl="7" algn="r">
              <a:spcBef>
                <a:spcPts val="0"/>
              </a:spcBef>
              <a:spcAft>
                <a:spcPts val="0"/>
              </a:spcAft>
              <a:buSzPts val="2000"/>
              <a:buNone/>
              <a:defRPr b="1" sz="2000"/>
            </a:lvl8pPr>
            <a:lvl9pPr lvl="8" algn="r">
              <a:spcBef>
                <a:spcPts val="0"/>
              </a:spcBef>
              <a:spcAft>
                <a:spcPts val="0"/>
              </a:spcAft>
              <a:buSzPts val="2000"/>
              <a:buNone/>
              <a:defRPr b="1" sz="2000"/>
            </a:lvl9pPr>
          </a:lstStyle>
          <a:p/>
        </p:txBody>
      </p:sp>
      <p:sp>
        <p:nvSpPr>
          <p:cNvPr id="237" name="Google Shape;237;p36"/>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8" name="Google Shape;238;p36"/>
          <p:cNvSpPr/>
          <p:nvPr/>
        </p:nvSpPr>
        <p:spPr>
          <a:xfrm flipH="1" rot="10800000">
            <a:off x="-2499550" y="106875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6"/>
          <p:cNvSpPr/>
          <p:nvPr/>
        </p:nvSpPr>
        <p:spPr>
          <a:xfrm flipH="1" rot="10800000">
            <a:off x="7355550" y="-157552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240" name="Shape 240"/>
        <p:cNvGrpSpPr/>
        <p:nvPr/>
      </p:nvGrpSpPr>
      <p:grpSpPr>
        <a:xfrm>
          <a:off x="0" y="0"/>
          <a:ext cx="0" cy="0"/>
          <a:chOff x="0" y="0"/>
          <a:chExt cx="0" cy="0"/>
        </a:xfrm>
      </p:grpSpPr>
      <p:pic>
        <p:nvPicPr>
          <p:cNvPr id="241" name="Google Shape;241;p37"/>
          <p:cNvPicPr preferRelativeResize="0"/>
          <p:nvPr/>
        </p:nvPicPr>
        <p:blipFill>
          <a:blip r:embed="rId2">
            <a:alphaModFix amt="47000"/>
          </a:blip>
          <a:stretch>
            <a:fillRect/>
          </a:stretch>
        </p:blipFill>
        <p:spPr>
          <a:xfrm>
            <a:off x="0" y="2381"/>
            <a:ext cx="9144000" cy="5138738"/>
          </a:xfrm>
          <a:prstGeom prst="rect">
            <a:avLst/>
          </a:prstGeom>
          <a:noFill/>
          <a:ln>
            <a:noFill/>
          </a:ln>
        </p:spPr>
      </p:pic>
      <p:sp>
        <p:nvSpPr>
          <p:cNvPr id="242" name="Google Shape;242;p37"/>
          <p:cNvSpPr txBox="1"/>
          <p:nvPr>
            <p:ph type="title"/>
          </p:nvPr>
        </p:nvSpPr>
        <p:spPr>
          <a:xfrm>
            <a:off x="714150" y="535650"/>
            <a:ext cx="7715700" cy="8853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3" name="Google Shape;243;p37"/>
          <p:cNvSpPr/>
          <p:nvPr/>
        </p:nvSpPr>
        <p:spPr>
          <a:xfrm>
            <a:off x="-37775"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7"/>
          <p:cNvSpPr txBox="1"/>
          <p:nvPr>
            <p:ph idx="1" type="subTitle"/>
          </p:nvPr>
        </p:nvSpPr>
        <p:spPr>
          <a:xfrm>
            <a:off x="765588" y="2755100"/>
            <a:ext cx="3743400" cy="11493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5" name="Google Shape;245;p37"/>
          <p:cNvSpPr/>
          <p:nvPr/>
        </p:nvSpPr>
        <p:spPr>
          <a:xfrm flipH="1">
            <a:off x="-1334475" y="-163842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7"/>
          <p:cNvSpPr/>
          <p:nvPr/>
        </p:nvSpPr>
        <p:spPr>
          <a:xfrm flipH="1">
            <a:off x="4847000" y="1605525"/>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7"/>
          <p:cNvSpPr txBox="1"/>
          <p:nvPr/>
        </p:nvSpPr>
        <p:spPr>
          <a:xfrm>
            <a:off x="4709750" y="2694275"/>
            <a:ext cx="3668700" cy="72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a:solidFill>
                  <a:schemeClr val="accent1"/>
                </a:solidFill>
                <a:latin typeface="Jost"/>
                <a:ea typeface="Jost"/>
                <a:cs typeface="Jost"/>
                <a:sym typeface="Jost"/>
              </a:rPr>
              <a:t>CREDITS: This presentation template was created by </a:t>
            </a:r>
            <a:r>
              <a:rPr lang="en">
                <a:solidFill>
                  <a:schemeClr val="accent1"/>
                </a:solidFill>
                <a:uFill>
                  <a:noFill/>
                </a:uFill>
                <a:latin typeface="Jost SemiBold"/>
                <a:ea typeface="Jost SemiBold"/>
                <a:cs typeface="Jost SemiBold"/>
                <a:sym typeface="Jost SemiBold"/>
                <a:hlinkClick r:id="rId3">
                  <a:extLst>
                    <a:ext uri="{A12FA001-AC4F-418D-AE19-62706E023703}">
                      <ahyp:hlinkClr val="tx"/>
                    </a:ext>
                  </a:extLst>
                </a:hlinkClick>
              </a:rPr>
              <a:t>Slidesgo</a:t>
            </a:r>
            <a:r>
              <a:rPr lang="en">
                <a:solidFill>
                  <a:schemeClr val="accent1"/>
                </a:solidFill>
                <a:latin typeface="Jost"/>
                <a:ea typeface="Jost"/>
                <a:cs typeface="Jost"/>
                <a:sym typeface="Jost"/>
              </a:rPr>
              <a:t>, including icons by </a:t>
            </a:r>
            <a:r>
              <a:rPr lang="en">
                <a:solidFill>
                  <a:schemeClr val="accent1"/>
                </a:solidFill>
                <a:uFill>
                  <a:noFill/>
                </a:uFill>
                <a:latin typeface="Jost SemiBold"/>
                <a:ea typeface="Jost SemiBold"/>
                <a:cs typeface="Jost SemiBold"/>
                <a:sym typeface="Jost SemiBold"/>
                <a:hlinkClick r:id="rId4">
                  <a:extLst>
                    <a:ext uri="{A12FA001-AC4F-418D-AE19-62706E023703}">
                      <ahyp:hlinkClr val="tx"/>
                    </a:ext>
                  </a:extLst>
                </a:hlinkClick>
              </a:rPr>
              <a:t>Flaticon</a:t>
            </a:r>
            <a:r>
              <a:rPr lang="en">
                <a:solidFill>
                  <a:schemeClr val="accent1"/>
                </a:solidFill>
                <a:latin typeface="Jost"/>
                <a:ea typeface="Jost"/>
                <a:cs typeface="Jost"/>
                <a:sym typeface="Jost"/>
              </a:rPr>
              <a:t>, and infographics &amp; images by </a:t>
            </a:r>
            <a:r>
              <a:rPr lang="en">
                <a:solidFill>
                  <a:schemeClr val="accent1"/>
                </a:solidFill>
                <a:uFill>
                  <a:noFill/>
                </a:uFill>
                <a:latin typeface="Jost SemiBold"/>
                <a:ea typeface="Jost SemiBold"/>
                <a:cs typeface="Jost SemiBold"/>
                <a:sym typeface="Jost SemiBold"/>
                <a:hlinkClick r:id="rId5">
                  <a:extLst>
                    <a:ext uri="{A12FA001-AC4F-418D-AE19-62706E023703}">
                      <ahyp:hlinkClr val="tx"/>
                    </a:ext>
                  </a:extLst>
                </a:hlinkClick>
              </a:rPr>
              <a:t>Freepik</a:t>
            </a:r>
            <a:endParaRPr u="sng">
              <a:solidFill>
                <a:schemeClr val="accent1"/>
              </a:solidFill>
              <a:latin typeface="Jost SemiBold"/>
              <a:ea typeface="Jost SemiBold"/>
              <a:cs typeface="Jost SemiBold"/>
              <a:sym typeface="Jost SemiBo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6">
    <p:spTree>
      <p:nvGrpSpPr>
        <p:cNvPr id="248" name="Shape 248"/>
        <p:cNvGrpSpPr/>
        <p:nvPr/>
      </p:nvGrpSpPr>
      <p:grpSpPr>
        <a:xfrm>
          <a:off x="0" y="0"/>
          <a:ext cx="0" cy="0"/>
          <a:chOff x="0" y="0"/>
          <a:chExt cx="0" cy="0"/>
        </a:xfrm>
      </p:grpSpPr>
      <p:grpSp>
        <p:nvGrpSpPr>
          <p:cNvPr id="249" name="Google Shape;249;p38"/>
          <p:cNvGrpSpPr/>
          <p:nvPr/>
        </p:nvGrpSpPr>
        <p:grpSpPr>
          <a:xfrm>
            <a:off x="-37800" y="-37350"/>
            <a:ext cx="9219600" cy="5218200"/>
            <a:chOff x="-37800" y="-37350"/>
            <a:chExt cx="9219600" cy="5218200"/>
          </a:xfrm>
        </p:grpSpPr>
        <p:pic>
          <p:nvPicPr>
            <p:cNvPr id="250" name="Google Shape;250;p38"/>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251" name="Google Shape;251;p38"/>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 name="Google Shape;252;p38"/>
          <p:cNvSpPr/>
          <p:nvPr/>
        </p:nvSpPr>
        <p:spPr>
          <a:xfrm flipH="1" rot="10800000">
            <a:off x="-2596975" y="1112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8"/>
          <p:cNvSpPr/>
          <p:nvPr/>
        </p:nvSpPr>
        <p:spPr>
          <a:xfrm flipH="1" rot="10800000">
            <a:off x="7160300" y="-15028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6_1">
    <p:spTree>
      <p:nvGrpSpPr>
        <p:cNvPr id="254" name="Shape 254"/>
        <p:cNvGrpSpPr/>
        <p:nvPr/>
      </p:nvGrpSpPr>
      <p:grpSpPr>
        <a:xfrm>
          <a:off x="0" y="0"/>
          <a:ext cx="0" cy="0"/>
          <a:chOff x="0" y="0"/>
          <a:chExt cx="0" cy="0"/>
        </a:xfrm>
      </p:grpSpPr>
      <p:grpSp>
        <p:nvGrpSpPr>
          <p:cNvPr id="255" name="Google Shape;255;p39"/>
          <p:cNvGrpSpPr/>
          <p:nvPr/>
        </p:nvGrpSpPr>
        <p:grpSpPr>
          <a:xfrm rot="10800000">
            <a:off x="-37800" y="-37350"/>
            <a:ext cx="9219600" cy="5218200"/>
            <a:chOff x="-37800" y="-37350"/>
            <a:chExt cx="9219600" cy="5218200"/>
          </a:xfrm>
        </p:grpSpPr>
        <p:pic>
          <p:nvPicPr>
            <p:cNvPr id="256" name="Google Shape;256;p39"/>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257" name="Google Shape;257;p39"/>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8" name="Google Shape;258;p39"/>
          <p:cNvSpPr/>
          <p:nvPr/>
        </p:nvSpPr>
        <p:spPr>
          <a:xfrm flipH="1">
            <a:off x="4722800" y="-2648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9"/>
          <p:cNvSpPr/>
          <p:nvPr/>
        </p:nvSpPr>
        <p:spPr>
          <a:xfrm flipH="1">
            <a:off x="-2052675" y="31932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3" name="Shape 263"/>
        <p:cNvGrpSpPr/>
        <p:nvPr/>
      </p:nvGrpSpPr>
      <p:grpSpPr>
        <a:xfrm>
          <a:off x="0" y="0"/>
          <a:ext cx="0" cy="0"/>
          <a:chOff x="0" y="0"/>
          <a:chExt cx="0" cy="0"/>
        </a:xfrm>
      </p:grpSpPr>
      <p:grpSp>
        <p:nvGrpSpPr>
          <p:cNvPr id="264" name="Google Shape;264;p41"/>
          <p:cNvGrpSpPr/>
          <p:nvPr/>
        </p:nvGrpSpPr>
        <p:grpSpPr>
          <a:xfrm>
            <a:off x="-37800" y="-37350"/>
            <a:ext cx="9219600" cy="5218200"/>
            <a:chOff x="-37800" y="-37350"/>
            <a:chExt cx="9219600" cy="5218200"/>
          </a:xfrm>
        </p:grpSpPr>
        <p:pic>
          <p:nvPicPr>
            <p:cNvPr id="265" name="Google Shape;265;p41"/>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266" name="Google Shape;266;p41"/>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7" name="Google Shape;267;p41"/>
          <p:cNvSpPr txBox="1"/>
          <p:nvPr>
            <p:ph type="ctrTitle"/>
          </p:nvPr>
        </p:nvSpPr>
        <p:spPr>
          <a:xfrm>
            <a:off x="714175" y="969450"/>
            <a:ext cx="5351100" cy="2291700"/>
          </a:xfrm>
          <a:prstGeom prst="rect">
            <a:avLst/>
          </a:prstGeom>
        </p:spPr>
        <p:txBody>
          <a:bodyPr anchorCtr="0" anchor="t" bIns="0" lIns="0" spcFirstLastPara="1" rIns="0" wrap="square" tIns="0">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68" name="Google Shape;268;p41"/>
          <p:cNvSpPr txBox="1"/>
          <p:nvPr>
            <p:ph idx="1" type="subTitle"/>
          </p:nvPr>
        </p:nvSpPr>
        <p:spPr>
          <a:xfrm rot="-59659">
            <a:off x="713873" y="3647833"/>
            <a:ext cx="5238189" cy="526872"/>
          </a:xfrm>
          <a:prstGeom prst="rect">
            <a:avLst/>
          </a:prstGeom>
          <a:solidFill>
            <a:schemeClr val="accent1"/>
          </a:solidFill>
        </p:spPr>
        <p:txBody>
          <a:bodyPr anchorCtr="0" anchor="ctr" bIns="0" lIns="0" spcFirstLastPara="1" rIns="0" wrap="square" tIns="0">
            <a:noAutofit/>
          </a:bodyPr>
          <a:lstStyle>
            <a:lvl1pPr lvl="0" algn="ctr">
              <a:lnSpc>
                <a:spcPct val="100000"/>
              </a:lnSpc>
              <a:spcBef>
                <a:spcPts val="0"/>
              </a:spcBef>
              <a:spcAft>
                <a:spcPts val="0"/>
              </a:spcAft>
              <a:buSzPts val="2800"/>
              <a:buNone/>
              <a:defRPr sz="19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69" name="Google Shape;269;p41"/>
          <p:cNvSpPr/>
          <p:nvPr/>
        </p:nvSpPr>
        <p:spPr>
          <a:xfrm>
            <a:off x="6805075" y="-153142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1"/>
          <p:cNvSpPr/>
          <p:nvPr/>
        </p:nvSpPr>
        <p:spPr>
          <a:xfrm>
            <a:off x="-2420800" y="1607225"/>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1" name="Shape 271"/>
        <p:cNvGrpSpPr/>
        <p:nvPr/>
      </p:nvGrpSpPr>
      <p:grpSpPr>
        <a:xfrm>
          <a:off x="0" y="0"/>
          <a:ext cx="0" cy="0"/>
          <a:chOff x="0" y="0"/>
          <a:chExt cx="0" cy="0"/>
        </a:xfrm>
      </p:grpSpPr>
      <p:grpSp>
        <p:nvGrpSpPr>
          <p:cNvPr id="272" name="Google Shape;272;p42"/>
          <p:cNvGrpSpPr/>
          <p:nvPr/>
        </p:nvGrpSpPr>
        <p:grpSpPr>
          <a:xfrm>
            <a:off x="-37800" y="-37350"/>
            <a:ext cx="9219600" cy="5218200"/>
            <a:chOff x="-37800" y="-37350"/>
            <a:chExt cx="9219600" cy="5218200"/>
          </a:xfrm>
        </p:grpSpPr>
        <p:pic>
          <p:nvPicPr>
            <p:cNvPr id="273" name="Google Shape;273;p42"/>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274" name="Google Shape;274;p42"/>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5" name="Google Shape;275;p42"/>
          <p:cNvSpPr txBox="1"/>
          <p:nvPr>
            <p:ph hasCustomPrompt="1" type="title"/>
          </p:nvPr>
        </p:nvSpPr>
        <p:spPr>
          <a:xfrm rot="-59787">
            <a:off x="3002163" y="1276077"/>
            <a:ext cx="3139675" cy="1095768"/>
          </a:xfrm>
          <a:prstGeom prst="rect">
            <a:avLst/>
          </a:prstGeom>
          <a:solidFill>
            <a:schemeClr val="dk1"/>
          </a:solidFill>
        </p:spPr>
        <p:txBody>
          <a:bodyPr anchorCtr="0" anchor="ctr" bIns="0" lIns="0" spcFirstLastPara="1" rIns="0" wrap="square" tIns="0">
            <a:noAutofit/>
          </a:bodyPr>
          <a:lstStyle>
            <a:lvl1pPr lvl="0" algn="ctr">
              <a:spcBef>
                <a:spcPts val="0"/>
              </a:spcBef>
              <a:spcAft>
                <a:spcPts val="0"/>
              </a:spcAft>
              <a:buSzPts val="2500"/>
              <a:buNone/>
              <a:defRPr b="1" sz="9000">
                <a:solidFill>
                  <a:schemeClr val="accent2"/>
                </a:solidFill>
                <a:latin typeface="Jost"/>
                <a:ea typeface="Jost"/>
                <a:cs typeface="Jost"/>
                <a:sym typeface="Jost"/>
              </a:defRPr>
            </a:lvl1pPr>
            <a:lvl2pPr lvl="1" algn="r">
              <a:spcBef>
                <a:spcPts val="0"/>
              </a:spcBef>
              <a:spcAft>
                <a:spcPts val="0"/>
              </a:spcAft>
              <a:buClr>
                <a:schemeClr val="dk1"/>
              </a:buClr>
              <a:buSzPts val="2500"/>
              <a:buNone/>
              <a:defRPr sz="2500">
                <a:solidFill>
                  <a:schemeClr val="dk1"/>
                </a:solidFill>
              </a:defRPr>
            </a:lvl2pPr>
            <a:lvl3pPr lvl="2" algn="r">
              <a:spcBef>
                <a:spcPts val="0"/>
              </a:spcBef>
              <a:spcAft>
                <a:spcPts val="0"/>
              </a:spcAft>
              <a:buClr>
                <a:schemeClr val="dk1"/>
              </a:buClr>
              <a:buSzPts val="2500"/>
              <a:buNone/>
              <a:defRPr sz="2500">
                <a:solidFill>
                  <a:schemeClr val="dk1"/>
                </a:solidFill>
              </a:defRPr>
            </a:lvl3pPr>
            <a:lvl4pPr lvl="3" algn="r">
              <a:spcBef>
                <a:spcPts val="0"/>
              </a:spcBef>
              <a:spcAft>
                <a:spcPts val="0"/>
              </a:spcAft>
              <a:buClr>
                <a:schemeClr val="dk1"/>
              </a:buClr>
              <a:buSzPts val="2500"/>
              <a:buNone/>
              <a:defRPr sz="2500">
                <a:solidFill>
                  <a:schemeClr val="dk1"/>
                </a:solidFill>
              </a:defRPr>
            </a:lvl4pPr>
            <a:lvl5pPr lvl="4" algn="r">
              <a:spcBef>
                <a:spcPts val="0"/>
              </a:spcBef>
              <a:spcAft>
                <a:spcPts val="0"/>
              </a:spcAft>
              <a:buClr>
                <a:schemeClr val="dk1"/>
              </a:buClr>
              <a:buSzPts val="2500"/>
              <a:buNone/>
              <a:defRPr sz="2500">
                <a:solidFill>
                  <a:schemeClr val="dk1"/>
                </a:solidFill>
              </a:defRPr>
            </a:lvl5pPr>
            <a:lvl6pPr lvl="5" algn="r">
              <a:spcBef>
                <a:spcPts val="0"/>
              </a:spcBef>
              <a:spcAft>
                <a:spcPts val="0"/>
              </a:spcAft>
              <a:buClr>
                <a:schemeClr val="dk1"/>
              </a:buClr>
              <a:buSzPts val="2500"/>
              <a:buNone/>
              <a:defRPr sz="2500">
                <a:solidFill>
                  <a:schemeClr val="dk1"/>
                </a:solidFill>
              </a:defRPr>
            </a:lvl6pPr>
            <a:lvl7pPr lvl="6" algn="r">
              <a:spcBef>
                <a:spcPts val="0"/>
              </a:spcBef>
              <a:spcAft>
                <a:spcPts val="0"/>
              </a:spcAft>
              <a:buClr>
                <a:schemeClr val="dk1"/>
              </a:buClr>
              <a:buSzPts val="2500"/>
              <a:buNone/>
              <a:defRPr sz="2500">
                <a:solidFill>
                  <a:schemeClr val="dk1"/>
                </a:solidFill>
              </a:defRPr>
            </a:lvl7pPr>
            <a:lvl8pPr lvl="7" algn="r">
              <a:spcBef>
                <a:spcPts val="0"/>
              </a:spcBef>
              <a:spcAft>
                <a:spcPts val="0"/>
              </a:spcAft>
              <a:buClr>
                <a:schemeClr val="dk1"/>
              </a:buClr>
              <a:buSzPts val="2500"/>
              <a:buNone/>
              <a:defRPr sz="2500">
                <a:solidFill>
                  <a:schemeClr val="dk1"/>
                </a:solidFill>
              </a:defRPr>
            </a:lvl8pPr>
            <a:lvl9pPr lvl="8" algn="r">
              <a:spcBef>
                <a:spcPts val="0"/>
              </a:spcBef>
              <a:spcAft>
                <a:spcPts val="0"/>
              </a:spcAft>
              <a:buClr>
                <a:schemeClr val="dk1"/>
              </a:buClr>
              <a:buSzPts val="2500"/>
              <a:buNone/>
              <a:defRPr sz="2500">
                <a:solidFill>
                  <a:schemeClr val="dk1"/>
                </a:solidFill>
              </a:defRPr>
            </a:lvl9pPr>
          </a:lstStyle>
          <a:p>
            <a:r>
              <a:t>xx%</a:t>
            </a:r>
          </a:p>
        </p:txBody>
      </p:sp>
      <p:sp>
        <p:nvSpPr>
          <p:cNvPr id="276" name="Google Shape;276;p42"/>
          <p:cNvSpPr txBox="1"/>
          <p:nvPr>
            <p:ph idx="2" type="title"/>
          </p:nvPr>
        </p:nvSpPr>
        <p:spPr>
          <a:xfrm flipH="1">
            <a:off x="2229450" y="2690526"/>
            <a:ext cx="4685100" cy="558000"/>
          </a:xfrm>
          <a:prstGeom prst="rect">
            <a:avLst/>
          </a:prstGeom>
        </p:spPr>
        <p:txBody>
          <a:bodyPr anchorCtr="0" anchor="t" bIns="0" lIns="0" spcFirstLastPara="1" rIns="0" wrap="square" tIns="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77" name="Google Shape;277;p42"/>
          <p:cNvSpPr txBox="1"/>
          <p:nvPr>
            <p:ph idx="1" type="subTitle"/>
          </p:nvPr>
        </p:nvSpPr>
        <p:spPr>
          <a:xfrm flipH="1">
            <a:off x="2229450" y="3595250"/>
            <a:ext cx="4685100" cy="299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1600"/>
              <a:buNone/>
              <a:defRPr sz="1800"/>
            </a:lvl1pPr>
            <a:lvl2pPr lvl="1" algn="r">
              <a:spcBef>
                <a:spcPts val="0"/>
              </a:spcBef>
              <a:spcAft>
                <a:spcPts val="0"/>
              </a:spcAft>
              <a:buSzPts val="1600"/>
              <a:buNone/>
              <a:defRPr/>
            </a:lvl2pPr>
            <a:lvl3pPr lvl="2" algn="r">
              <a:spcBef>
                <a:spcPts val="0"/>
              </a:spcBef>
              <a:spcAft>
                <a:spcPts val="0"/>
              </a:spcAft>
              <a:buSzPts val="1600"/>
              <a:buNone/>
              <a:defRPr/>
            </a:lvl3pPr>
            <a:lvl4pPr lvl="3" algn="r">
              <a:spcBef>
                <a:spcPts val="0"/>
              </a:spcBef>
              <a:spcAft>
                <a:spcPts val="0"/>
              </a:spcAft>
              <a:buSzPts val="1600"/>
              <a:buNone/>
              <a:defRPr/>
            </a:lvl4pPr>
            <a:lvl5pPr lvl="4" algn="r">
              <a:spcBef>
                <a:spcPts val="0"/>
              </a:spcBef>
              <a:spcAft>
                <a:spcPts val="0"/>
              </a:spcAft>
              <a:buSzPts val="1600"/>
              <a:buNone/>
              <a:defRPr/>
            </a:lvl5pPr>
            <a:lvl6pPr lvl="5" algn="r">
              <a:spcBef>
                <a:spcPts val="0"/>
              </a:spcBef>
              <a:spcAft>
                <a:spcPts val="0"/>
              </a:spcAft>
              <a:buSzPts val="1600"/>
              <a:buNone/>
              <a:defRPr/>
            </a:lvl6pPr>
            <a:lvl7pPr lvl="6" algn="r">
              <a:spcBef>
                <a:spcPts val="0"/>
              </a:spcBef>
              <a:spcAft>
                <a:spcPts val="0"/>
              </a:spcAft>
              <a:buSzPts val="1600"/>
              <a:buNone/>
              <a:defRPr/>
            </a:lvl7pPr>
            <a:lvl8pPr lvl="7" algn="r">
              <a:spcBef>
                <a:spcPts val="0"/>
              </a:spcBef>
              <a:spcAft>
                <a:spcPts val="0"/>
              </a:spcAft>
              <a:buSzPts val="1600"/>
              <a:buNone/>
              <a:defRPr/>
            </a:lvl8pPr>
            <a:lvl9pPr lvl="8" algn="r">
              <a:spcBef>
                <a:spcPts val="0"/>
              </a:spcBef>
              <a:spcAft>
                <a:spcPts val="0"/>
              </a:spcAft>
              <a:buSzPts val="1600"/>
              <a:buNone/>
              <a:defRPr/>
            </a:lvl9pPr>
          </a:lstStyle>
          <a:p/>
        </p:txBody>
      </p:sp>
      <p:sp>
        <p:nvSpPr>
          <p:cNvPr id="278" name="Google Shape;278;p42"/>
          <p:cNvSpPr/>
          <p:nvPr/>
        </p:nvSpPr>
        <p:spPr>
          <a:xfrm>
            <a:off x="-2469875" y="148805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2"/>
          <p:cNvSpPr/>
          <p:nvPr/>
        </p:nvSpPr>
        <p:spPr>
          <a:xfrm>
            <a:off x="6723350" y="-149170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0" name="Shape 280"/>
        <p:cNvGrpSpPr/>
        <p:nvPr/>
      </p:nvGrpSpPr>
      <p:grpSpPr>
        <a:xfrm>
          <a:off x="0" y="0"/>
          <a:ext cx="0" cy="0"/>
          <a:chOff x="0" y="0"/>
          <a:chExt cx="0" cy="0"/>
        </a:xfrm>
      </p:grpSpPr>
      <p:grpSp>
        <p:nvGrpSpPr>
          <p:cNvPr id="281" name="Google Shape;281;p43"/>
          <p:cNvGrpSpPr/>
          <p:nvPr/>
        </p:nvGrpSpPr>
        <p:grpSpPr>
          <a:xfrm flipH="1" rot="10800000">
            <a:off x="-37800" y="-37350"/>
            <a:ext cx="9219600" cy="5218200"/>
            <a:chOff x="-37800" y="-37350"/>
            <a:chExt cx="9219600" cy="5218200"/>
          </a:xfrm>
        </p:grpSpPr>
        <p:pic>
          <p:nvPicPr>
            <p:cNvPr id="282" name="Google Shape;282;p43"/>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283" name="Google Shape;283;p43"/>
            <p:cNvSpPr/>
            <p:nvPr/>
          </p:nvSpPr>
          <p:spPr>
            <a:xfrm>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4" name="Google Shape;284;p43"/>
          <p:cNvSpPr txBox="1"/>
          <p:nvPr>
            <p:ph idx="1" type="body"/>
          </p:nvPr>
        </p:nvSpPr>
        <p:spPr>
          <a:xfrm>
            <a:off x="714175" y="1304875"/>
            <a:ext cx="7715700" cy="3029100"/>
          </a:xfrm>
          <a:prstGeom prst="rect">
            <a:avLst/>
          </a:prstGeom>
        </p:spPr>
        <p:txBody>
          <a:bodyPr anchorCtr="0" anchor="t" bIns="0" lIns="0" spcFirstLastPara="1" rIns="0" wrap="square" tIns="0">
            <a:noAutofit/>
          </a:bodyPr>
          <a:lstStyle>
            <a:lvl1pPr indent="-330200" lvl="0" marL="457200">
              <a:spcBef>
                <a:spcPts val="0"/>
              </a:spcBef>
              <a:spcAft>
                <a:spcPts val="0"/>
              </a:spcAft>
              <a:buClr>
                <a:schemeClr val="dk1"/>
              </a:buClr>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85" name="Google Shape;285;p43"/>
          <p:cNvSpPr txBox="1"/>
          <p:nvPr>
            <p:ph type="title"/>
          </p:nvPr>
        </p:nvSpPr>
        <p:spPr>
          <a:xfrm>
            <a:off x="714150" y="535650"/>
            <a:ext cx="77157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6" name="Shape 286"/>
        <p:cNvGrpSpPr/>
        <p:nvPr/>
      </p:nvGrpSpPr>
      <p:grpSpPr>
        <a:xfrm>
          <a:off x="0" y="0"/>
          <a:ext cx="0" cy="0"/>
          <a:chOff x="0" y="0"/>
          <a:chExt cx="0" cy="0"/>
        </a:xfrm>
      </p:grpSpPr>
      <p:grpSp>
        <p:nvGrpSpPr>
          <p:cNvPr id="287" name="Google Shape;287;p44"/>
          <p:cNvGrpSpPr/>
          <p:nvPr/>
        </p:nvGrpSpPr>
        <p:grpSpPr>
          <a:xfrm>
            <a:off x="-37800" y="-37350"/>
            <a:ext cx="9219600" cy="5218200"/>
            <a:chOff x="-37800" y="-37350"/>
            <a:chExt cx="9219600" cy="5218200"/>
          </a:xfrm>
        </p:grpSpPr>
        <p:pic>
          <p:nvPicPr>
            <p:cNvPr id="288" name="Google Shape;288;p44"/>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289" name="Google Shape;289;p44"/>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44"/>
          <p:cNvSpPr txBox="1"/>
          <p:nvPr>
            <p:ph type="title"/>
          </p:nvPr>
        </p:nvSpPr>
        <p:spPr>
          <a:xfrm>
            <a:off x="765750" y="535650"/>
            <a:ext cx="77157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1" name="Google Shape;291;p44"/>
          <p:cNvSpPr txBox="1"/>
          <p:nvPr>
            <p:ph idx="1" type="subTitle"/>
          </p:nvPr>
        </p:nvSpPr>
        <p:spPr>
          <a:xfrm>
            <a:off x="958375" y="2819375"/>
            <a:ext cx="3021900" cy="10179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292" name="Google Shape;292;p44"/>
          <p:cNvSpPr txBox="1"/>
          <p:nvPr>
            <p:ph idx="2" type="subTitle"/>
          </p:nvPr>
        </p:nvSpPr>
        <p:spPr>
          <a:xfrm rot="-60113">
            <a:off x="1388597" y="2252006"/>
            <a:ext cx="2161830" cy="375958"/>
          </a:xfrm>
          <a:prstGeom prst="rect">
            <a:avLst/>
          </a:prstGeom>
          <a:solidFill>
            <a:schemeClr val="dk1"/>
          </a:solidFill>
        </p:spPr>
        <p:txBody>
          <a:bodyPr anchorCtr="0" anchor="ctr" bIns="0" lIns="0" spcFirstLastPara="1" rIns="0" wrap="square" tIns="0">
            <a:noAutofit/>
          </a:bodyPr>
          <a:lstStyle>
            <a:lvl1pPr lvl="0" algn="ctr">
              <a:spcBef>
                <a:spcPts val="0"/>
              </a:spcBef>
              <a:spcAft>
                <a:spcPts val="0"/>
              </a:spcAft>
              <a:buClr>
                <a:schemeClr val="dk1"/>
              </a:buClr>
              <a:buSzPts val="2000"/>
              <a:buNone/>
              <a:defRPr sz="2000">
                <a:solidFill>
                  <a:schemeClr val="accent2"/>
                </a:solidFill>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93" name="Google Shape;293;p44"/>
          <p:cNvSpPr txBox="1"/>
          <p:nvPr>
            <p:ph idx="3" type="subTitle"/>
          </p:nvPr>
        </p:nvSpPr>
        <p:spPr>
          <a:xfrm>
            <a:off x="5163725" y="2819375"/>
            <a:ext cx="3021900" cy="10179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294" name="Google Shape;294;p44"/>
          <p:cNvSpPr txBox="1"/>
          <p:nvPr>
            <p:ph idx="4" type="subTitle"/>
          </p:nvPr>
        </p:nvSpPr>
        <p:spPr>
          <a:xfrm flipH="1" rot="60121">
            <a:off x="5593910" y="2251993"/>
            <a:ext cx="2161531" cy="375958"/>
          </a:xfrm>
          <a:prstGeom prst="rect">
            <a:avLst/>
          </a:prstGeom>
          <a:solidFill>
            <a:schemeClr val="lt1"/>
          </a:solidFill>
        </p:spPr>
        <p:txBody>
          <a:bodyPr anchorCtr="0" anchor="ctr"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295" name="Google Shape;295;p44"/>
          <p:cNvSpPr/>
          <p:nvPr/>
        </p:nvSpPr>
        <p:spPr>
          <a:xfrm flipH="1" rot="10800000">
            <a:off x="7401400" y="-14437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4"/>
          <p:cNvSpPr/>
          <p:nvPr/>
        </p:nvSpPr>
        <p:spPr>
          <a:xfrm flipH="1" rot="10800000">
            <a:off x="-2453700" y="1200525"/>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7" name="Shape 297"/>
        <p:cNvGrpSpPr/>
        <p:nvPr/>
      </p:nvGrpSpPr>
      <p:grpSpPr>
        <a:xfrm>
          <a:off x="0" y="0"/>
          <a:ext cx="0" cy="0"/>
          <a:chOff x="0" y="0"/>
          <a:chExt cx="0" cy="0"/>
        </a:xfrm>
      </p:grpSpPr>
      <p:grpSp>
        <p:nvGrpSpPr>
          <p:cNvPr id="298" name="Google Shape;298;p45"/>
          <p:cNvGrpSpPr/>
          <p:nvPr/>
        </p:nvGrpSpPr>
        <p:grpSpPr>
          <a:xfrm flipH="1" rot="10800000">
            <a:off x="-37800" y="-37350"/>
            <a:ext cx="9219600" cy="5218200"/>
            <a:chOff x="-37800" y="-37350"/>
            <a:chExt cx="9219600" cy="5218200"/>
          </a:xfrm>
        </p:grpSpPr>
        <p:pic>
          <p:nvPicPr>
            <p:cNvPr id="299" name="Google Shape;299;p45"/>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300" name="Google Shape;300;p45"/>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45"/>
          <p:cNvSpPr/>
          <p:nvPr/>
        </p:nvSpPr>
        <p:spPr>
          <a:xfrm>
            <a:off x="-2525500" y="-2648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5"/>
          <p:cNvSpPr/>
          <p:nvPr/>
        </p:nvSpPr>
        <p:spPr>
          <a:xfrm>
            <a:off x="6906050" y="2755550"/>
            <a:ext cx="3603600" cy="3603600"/>
          </a:xfrm>
          <a:prstGeom prst="ellipse">
            <a:avLst/>
          </a:prstGeom>
          <a:gradFill>
            <a:gsLst>
              <a:gs pos="0">
                <a:srgbClr val="F9D923">
                  <a:alpha val="31372"/>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5"/>
          <p:cNvSpPr/>
          <p:nvPr/>
        </p:nvSpPr>
        <p:spPr>
          <a:xfrm>
            <a:off x="-2596975" y="-25213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5"/>
          <p:cNvSpPr/>
          <p:nvPr/>
        </p:nvSpPr>
        <p:spPr>
          <a:xfrm>
            <a:off x="7200825" y="30768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5"/>
          <p:cNvSpPr txBox="1"/>
          <p:nvPr>
            <p:ph type="title"/>
          </p:nvPr>
        </p:nvSpPr>
        <p:spPr>
          <a:xfrm>
            <a:off x="865275" y="535650"/>
            <a:ext cx="74133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6" name="Shape 306"/>
        <p:cNvGrpSpPr/>
        <p:nvPr/>
      </p:nvGrpSpPr>
      <p:grpSpPr>
        <a:xfrm>
          <a:off x="0" y="0"/>
          <a:ext cx="0" cy="0"/>
          <a:chOff x="0" y="0"/>
          <a:chExt cx="0" cy="0"/>
        </a:xfrm>
      </p:grpSpPr>
      <p:grpSp>
        <p:nvGrpSpPr>
          <p:cNvPr id="307" name="Google Shape;307;p46"/>
          <p:cNvGrpSpPr/>
          <p:nvPr/>
        </p:nvGrpSpPr>
        <p:grpSpPr>
          <a:xfrm rot="10800000">
            <a:off x="-37800" y="-37350"/>
            <a:ext cx="9219600" cy="5218200"/>
            <a:chOff x="-37800" y="-37350"/>
            <a:chExt cx="9219600" cy="5218200"/>
          </a:xfrm>
        </p:grpSpPr>
        <p:pic>
          <p:nvPicPr>
            <p:cNvPr id="308" name="Google Shape;308;p46"/>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309" name="Google Shape;309;p46"/>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 name="Google Shape;310;p46"/>
          <p:cNvSpPr txBox="1"/>
          <p:nvPr>
            <p:ph idx="1" type="subTitle"/>
          </p:nvPr>
        </p:nvSpPr>
        <p:spPr>
          <a:xfrm>
            <a:off x="1234663" y="2328050"/>
            <a:ext cx="2601300" cy="1041300"/>
          </a:xfrm>
          <a:prstGeom prst="rect">
            <a:avLst/>
          </a:prstGeom>
        </p:spPr>
        <p:txBody>
          <a:bodyPr anchorCtr="0" anchor="t" bIns="0" lIns="0" spcFirstLastPara="1" rIns="0" wrap="square" tIns="0">
            <a:noAutofit/>
          </a:bodyPr>
          <a:lstStyle>
            <a:lvl1pPr lvl="0" algn="r">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1" name="Google Shape;311;p46"/>
          <p:cNvSpPr txBox="1"/>
          <p:nvPr>
            <p:ph type="title"/>
          </p:nvPr>
        </p:nvSpPr>
        <p:spPr>
          <a:xfrm>
            <a:off x="714150" y="535650"/>
            <a:ext cx="77157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2" name="Google Shape;312;p46"/>
          <p:cNvSpPr/>
          <p:nvPr/>
        </p:nvSpPr>
        <p:spPr>
          <a:xfrm rot="10800000">
            <a:off x="5248350" y="-28226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6"/>
          <p:cNvSpPr/>
          <p:nvPr/>
        </p:nvSpPr>
        <p:spPr>
          <a:xfrm rot="10800000">
            <a:off x="-1266300" y="2892975"/>
            <a:ext cx="3603600" cy="3603600"/>
          </a:xfrm>
          <a:prstGeom prst="ellipse">
            <a:avLst/>
          </a:prstGeom>
          <a:gradFill>
            <a:gsLst>
              <a:gs pos="0">
                <a:srgbClr val="F9D923">
                  <a:alpha val="31372"/>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4" name="Shape 314"/>
        <p:cNvGrpSpPr/>
        <p:nvPr/>
      </p:nvGrpSpPr>
      <p:grpSpPr>
        <a:xfrm>
          <a:off x="0" y="0"/>
          <a:ext cx="0" cy="0"/>
          <a:chOff x="0" y="0"/>
          <a:chExt cx="0" cy="0"/>
        </a:xfrm>
      </p:grpSpPr>
      <p:grpSp>
        <p:nvGrpSpPr>
          <p:cNvPr id="315" name="Google Shape;315;p47"/>
          <p:cNvGrpSpPr/>
          <p:nvPr/>
        </p:nvGrpSpPr>
        <p:grpSpPr>
          <a:xfrm flipH="1">
            <a:off x="-37800" y="-37350"/>
            <a:ext cx="9219600" cy="5218200"/>
            <a:chOff x="-37800" y="-37350"/>
            <a:chExt cx="9219600" cy="5218200"/>
          </a:xfrm>
        </p:grpSpPr>
        <p:pic>
          <p:nvPicPr>
            <p:cNvPr id="316" name="Google Shape;316;p47"/>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317" name="Google Shape;317;p47"/>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8" name="Google Shape;318;p47"/>
          <p:cNvSpPr txBox="1"/>
          <p:nvPr>
            <p:ph type="title"/>
          </p:nvPr>
        </p:nvSpPr>
        <p:spPr>
          <a:xfrm>
            <a:off x="1281300" y="1131025"/>
            <a:ext cx="6581400" cy="2565900"/>
          </a:xfrm>
          <a:prstGeom prst="rect">
            <a:avLst/>
          </a:prstGeom>
        </p:spPr>
        <p:txBody>
          <a:bodyPr anchorCtr="0" anchor="t" bIns="0" lIns="0" spcFirstLastPara="1" rIns="0" wrap="square" tIns="0">
            <a:noAutofit/>
          </a:bodyPr>
          <a:lstStyle>
            <a:lvl1pPr lvl="0" algn="ctr">
              <a:spcBef>
                <a:spcPts val="0"/>
              </a:spcBef>
              <a:spcAft>
                <a:spcPts val="0"/>
              </a:spcAft>
              <a:buSzPts val="4800"/>
              <a:buNone/>
              <a:defRPr sz="9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19" name="Google Shape;319;p47"/>
          <p:cNvSpPr/>
          <p:nvPr/>
        </p:nvSpPr>
        <p:spPr>
          <a:xfrm flipH="1">
            <a:off x="-1237675" y="-143610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7"/>
          <p:cNvSpPr/>
          <p:nvPr/>
        </p:nvSpPr>
        <p:spPr>
          <a:xfrm flipH="1">
            <a:off x="5191050" y="154365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1" name="Shape 321"/>
        <p:cNvGrpSpPr/>
        <p:nvPr/>
      </p:nvGrpSpPr>
      <p:grpSpPr>
        <a:xfrm>
          <a:off x="0" y="0"/>
          <a:ext cx="0" cy="0"/>
          <a:chOff x="0" y="0"/>
          <a:chExt cx="0" cy="0"/>
        </a:xfrm>
      </p:grpSpPr>
      <p:pic>
        <p:nvPicPr>
          <p:cNvPr id="322" name="Google Shape;322;p48"/>
          <p:cNvPicPr preferRelativeResize="0"/>
          <p:nvPr/>
        </p:nvPicPr>
        <p:blipFill>
          <a:blip r:embed="rId2">
            <a:alphaModFix amt="47000"/>
          </a:blip>
          <a:stretch>
            <a:fillRect/>
          </a:stretch>
        </p:blipFill>
        <p:spPr>
          <a:xfrm flipH="1">
            <a:off x="0" y="2381"/>
            <a:ext cx="9144000" cy="5138738"/>
          </a:xfrm>
          <a:prstGeom prst="rect">
            <a:avLst/>
          </a:prstGeom>
          <a:noFill/>
          <a:ln>
            <a:noFill/>
          </a:ln>
        </p:spPr>
      </p:pic>
      <p:sp>
        <p:nvSpPr>
          <p:cNvPr id="323" name="Google Shape;323;p48"/>
          <p:cNvSpPr/>
          <p:nvPr/>
        </p:nvSpPr>
        <p:spPr>
          <a:xfrm>
            <a:off x="-37775"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8"/>
          <p:cNvSpPr/>
          <p:nvPr/>
        </p:nvSpPr>
        <p:spPr>
          <a:xfrm flipH="1">
            <a:off x="-1302550" y="-16623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8"/>
          <p:cNvSpPr/>
          <p:nvPr/>
        </p:nvSpPr>
        <p:spPr>
          <a:xfrm flipH="1">
            <a:off x="4878925" y="158160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8"/>
          <p:cNvSpPr txBox="1"/>
          <p:nvPr>
            <p:ph type="title"/>
          </p:nvPr>
        </p:nvSpPr>
        <p:spPr>
          <a:xfrm>
            <a:off x="714175" y="1372925"/>
            <a:ext cx="4121400" cy="663300"/>
          </a:xfrm>
          <a:prstGeom prst="rect">
            <a:avLst/>
          </a:prstGeom>
        </p:spPr>
        <p:txBody>
          <a:bodyPr anchorCtr="0" anchor="t" bIns="0" lIns="0" spcFirstLastPara="1" rIns="0" wrap="square" tIns="0">
            <a:noAutofit/>
          </a:bodyPr>
          <a:lstStyle>
            <a:lvl1pPr lvl="0" algn="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27" name="Google Shape;327;p48"/>
          <p:cNvSpPr txBox="1"/>
          <p:nvPr>
            <p:ph idx="1" type="subTitle"/>
          </p:nvPr>
        </p:nvSpPr>
        <p:spPr>
          <a:xfrm>
            <a:off x="714175" y="2306875"/>
            <a:ext cx="4121400" cy="1463700"/>
          </a:xfrm>
          <a:prstGeom prst="rect">
            <a:avLst/>
          </a:prstGeom>
        </p:spPr>
        <p:txBody>
          <a:bodyPr anchorCtr="0" anchor="t" bIns="0" lIns="0" spcFirstLastPara="1" rIns="0" wrap="square" tIns="0">
            <a:noAutofit/>
          </a:bodyPr>
          <a:lstStyle>
            <a:lvl1pPr lvl="0" algn="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8" name="Shape 328"/>
        <p:cNvGrpSpPr/>
        <p:nvPr/>
      </p:nvGrpSpPr>
      <p:grpSpPr>
        <a:xfrm>
          <a:off x="0" y="0"/>
          <a:ext cx="0" cy="0"/>
          <a:chOff x="0" y="0"/>
          <a:chExt cx="0" cy="0"/>
        </a:xfrm>
      </p:grpSpPr>
      <p:sp>
        <p:nvSpPr>
          <p:cNvPr id="329" name="Google Shape;329;p49"/>
          <p:cNvSpPr txBox="1"/>
          <p:nvPr>
            <p:ph type="title"/>
          </p:nvPr>
        </p:nvSpPr>
        <p:spPr>
          <a:xfrm>
            <a:off x="5167850" y="536084"/>
            <a:ext cx="3261900" cy="1041300"/>
          </a:xfrm>
          <a:prstGeom prst="rect">
            <a:avLst/>
          </a:prstGeom>
        </p:spPr>
        <p:txBody>
          <a:bodyPr anchorCtr="0" anchor="t" bIns="0" lIns="0" spcFirstLastPara="1" rIns="0" wrap="square" tIns="0">
            <a:noAutofit/>
          </a:bodyPr>
          <a:lstStyle>
            <a:lvl1pPr lvl="0" algn="r">
              <a:spcBef>
                <a:spcPts val="0"/>
              </a:spcBef>
              <a:spcAft>
                <a:spcPts val="0"/>
              </a:spcAft>
              <a:buSzPts val="4200"/>
              <a:buNone/>
              <a:defRPr>
                <a:solidFill>
                  <a:schemeClr val="accent2"/>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30" name="Shape 330"/>
        <p:cNvGrpSpPr/>
        <p:nvPr/>
      </p:nvGrpSpPr>
      <p:grpSpPr>
        <a:xfrm>
          <a:off x="0" y="0"/>
          <a:ext cx="0" cy="0"/>
          <a:chOff x="0" y="0"/>
          <a:chExt cx="0" cy="0"/>
        </a:xfrm>
      </p:grpSpPr>
      <p:grpSp>
        <p:nvGrpSpPr>
          <p:cNvPr id="331" name="Google Shape;331;p50"/>
          <p:cNvGrpSpPr/>
          <p:nvPr/>
        </p:nvGrpSpPr>
        <p:grpSpPr>
          <a:xfrm flipH="1">
            <a:off x="-37800" y="-37350"/>
            <a:ext cx="9219600" cy="5218200"/>
            <a:chOff x="-37800" y="-37350"/>
            <a:chExt cx="9219600" cy="5218200"/>
          </a:xfrm>
        </p:grpSpPr>
        <p:pic>
          <p:nvPicPr>
            <p:cNvPr id="332" name="Google Shape;332;p50"/>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333" name="Google Shape;333;p50"/>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4" name="Google Shape;334;p50"/>
          <p:cNvSpPr txBox="1"/>
          <p:nvPr>
            <p:ph hasCustomPrompt="1" type="title"/>
          </p:nvPr>
        </p:nvSpPr>
        <p:spPr>
          <a:xfrm>
            <a:off x="1375400" y="1337500"/>
            <a:ext cx="6393300" cy="1544400"/>
          </a:xfrm>
          <a:prstGeom prst="rect">
            <a:avLst/>
          </a:prstGeom>
        </p:spPr>
        <p:txBody>
          <a:bodyPr anchorCtr="0" anchor="t" bIns="0" lIns="0" spcFirstLastPara="1" rIns="0" wrap="square" tIns="0">
            <a:noAutofit/>
          </a:bodyPr>
          <a:lstStyle>
            <a:lvl1pPr lvl="0" algn="ctr">
              <a:spcBef>
                <a:spcPts val="0"/>
              </a:spcBef>
              <a:spcAft>
                <a:spcPts val="0"/>
              </a:spcAft>
              <a:buSzPts val="12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35" name="Google Shape;335;p50"/>
          <p:cNvSpPr txBox="1"/>
          <p:nvPr>
            <p:ph idx="1" type="subTitle"/>
          </p:nvPr>
        </p:nvSpPr>
        <p:spPr>
          <a:xfrm rot="-12251">
            <a:off x="2004409" y="3171251"/>
            <a:ext cx="5135133" cy="346501"/>
          </a:xfrm>
          <a:prstGeom prst="rect">
            <a:avLst/>
          </a:prstGeom>
          <a:solidFill>
            <a:schemeClr val="dk1"/>
          </a:solidFill>
        </p:spPr>
        <p:txBody>
          <a:bodyPr anchorCtr="0" anchor="ctr" bIns="0" lIns="0" spcFirstLastPara="1" rIns="0" wrap="square" tIns="0">
            <a:noAutofit/>
          </a:bodyPr>
          <a:lstStyle>
            <a:lvl1pPr lvl="0" algn="ctr">
              <a:lnSpc>
                <a:spcPct val="100000"/>
              </a:lnSpc>
              <a:spcBef>
                <a:spcPts val="0"/>
              </a:spcBef>
              <a:spcAft>
                <a:spcPts val="0"/>
              </a:spcAft>
              <a:buClr>
                <a:schemeClr val="dk1"/>
              </a:buClr>
              <a:buSzPts val="1600"/>
              <a:buNone/>
              <a:defRPr sz="1800">
                <a:solidFill>
                  <a:schemeClr val="accent2"/>
                </a:solidFill>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336" name="Google Shape;336;p50"/>
          <p:cNvSpPr/>
          <p:nvPr/>
        </p:nvSpPr>
        <p:spPr>
          <a:xfrm flipH="1">
            <a:off x="-1294375" y="-17081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0"/>
          <p:cNvSpPr/>
          <p:nvPr/>
        </p:nvSpPr>
        <p:spPr>
          <a:xfrm flipH="1">
            <a:off x="4887100" y="153580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8" name="Shape 338"/>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339" name="Shape 339"/>
        <p:cNvGrpSpPr/>
        <p:nvPr/>
      </p:nvGrpSpPr>
      <p:grpSpPr>
        <a:xfrm>
          <a:off x="0" y="0"/>
          <a:ext cx="0" cy="0"/>
          <a:chOff x="0" y="0"/>
          <a:chExt cx="0" cy="0"/>
        </a:xfrm>
      </p:grpSpPr>
      <p:grpSp>
        <p:nvGrpSpPr>
          <p:cNvPr id="340" name="Google Shape;340;p52"/>
          <p:cNvGrpSpPr/>
          <p:nvPr/>
        </p:nvGrpSpPr>
        <p:grpSpPr>
          <a:xfrm>
            <a:off x="-37800" y="-37350"/>
            <a:ext cx="9219600" cy="5218200"/>
            <a:chOff x="-37800" y="-37350"/>
            <a:chExt cx="9219600" cy="5218200"/>
          </a:xfrm>
        </p:grpSpPr>
        <p:pic>
          <p:nvPicPr>
            <p:cNvPr id="341" name="Google Shape;341;p52"/>
            <p:cNvPicPr preferRelativeResize="0"/>
            <p:nvPr/>
          </p:nvPicPr>
          <p:blipFill>
            <a:blip r:embed="rId2">
              <a:alphaModFix amt="47000"/>
            </a:blip>
            <a:stretch>
              <a:fillRect/>
            </a:stretch>
          </p:blipFill>
          <p:spPr>
            <a:xfrm flipH="1">
              <a:off x="0" y="2381"/>
              <a:ext cx="9144000" cy="5138738"/>
            </a:xfrm>
            <a:prstGeom prst="rect">
              <a:avLst/>
            </a:prstGeom>
            <a:noFill/>
            <a:ln>
              <a:noFill/>
            </a:ln>
          </p:spPr>
        </p:pic>
        <p:sp>
          <p:nvSpPr>
            <p:cNvPr id="342" name="Google Shape;342;p52"/>
            <p:cNvSpPr/>
            <p:nvPr/>
          </p:nvSpPr>
          <p:spPr>
            <a:xfrm flipH="1" rot="10800000">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 name="Google Shape;343;p52"/>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4" name="Google Shape;344;p52"/>
          <p:cNvSpPr txBox="1"/>
          <p:nvPr>
            <p:ph hasCustomPrompt="1" idx="2" type="title"/>
          </p:nvPr>
        </p:nvSpPr>
        <p:spPr>
          <a:xfrm flipH="1" rot="-60218">
            <a:off x="718248" y="1822889"/>
            <a:ext cx="1661355" cy="488772"/>
          </a:xfrm>
          <a:prstGeom prst="rect">
            <a:avLst/>
          </a:prstGeom>
          <a:solidFill>
            <a:schemeClr val="dk1"/>
          </a:solidFill>
        </p:spPr>
        <p:txBody>
          <a:bodyPr anchorCtr="0" anchor="ctr" bIns="0" lIns="0" spcFirstLastPara="1" rIns="0" wrap="square" tIns="0">
            <a:noAutofit/>
          </a:bodyPr>
          <a:lstStyle>
            <a:lvl1pPr lvl="0" algn="ctr">
              <a:spcBef>
                <a:spcPts val="0"/>
              </a:spcBef>
              <a:spcAft>
                <a:spcPts val="0"/>
              </a:spcAft>
              <a:buSzPts val="2500"/>
              <a:buNone/>
              <a:defRPr b="1" sz="3000">
                <a:solidFill>
                  <a:schemeClr val="accent2"/>
                </a:solidFill>
                <a:latin typeface="Jost"/>
                <a:ea typeface="Jost"/>
                <a:cs typeface="Jost"/>
                <a:sym typeface="Jost"/>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r>
              <a:t>xx%</a:t>
            </a:r>
          </a:p>
        </p:txBody>
      </p:sp>
      <p:sp>
        <p:nvSpPr>
          <p:cNvPr id="345" name="Google Shape;345;p52"/>
          <p:cNvSpPr txBox="1"/>
          <p:nvPr>
            <p:ph idx="1" type="subTitle"/>
          </p:nvPr>
        </p:nvSpPr>
        <p:spPr>
          <a:xfrm>
            <a:off x="731425" y="3238975"/>
            <a:ext cx="16350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346" name="Google Shape;346;p52"/>
          <p:cNvSpPr txBox="1"/>
          <p:nvPr>
            <p:ph idx="3" type="subTitle"/>
          </p:nvPr>
        </p:nvSpPr>
        <p:spPr>
          <a:xfrm>
            <a:off x="731425" y="2486675"/>
            <a:ext cx="1635000" cy="6108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347" name="Google Shape;347;p52"/>
          <p:cNvSpPr txBox="1"/>
          <p:nvPr>
            <p:ph idx="4" type="subTitle"/>
          </p:nvPr>
        </p:nvSpPr>
        <p:spPr>
          <a:xfrm>
            <a:off x="2746808" y="3238975"/>
            <a:ext cx="16350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348" name="Google Shape;348;p52"/>
          <p:cNvSpPr txBox="1"/>
          <p:nvPr>
            <p:ph idx="5" type="subTitle"/>
          </p:nvPr>
        </p:nvSpPr>
        <p:spPr>
          <a:xfrm>
            <a:off x="2746410" y="2486675"/>
            <a:ext cx="1635000" cy="6108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349" name="Google Shape;349;p52"/>
          <p:cNvSpPr txBox="1"/>
          <p:nvPr>
            <p:ph idx="6" type="subTitle"/>
          </p:nvPr>
        </p:nvSpPr>
        <p:spPr>
          <a:xfrm>
            <a:off x="4762192" y="3238975"/>
            <a:ext cx="16350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350" name="Google Shape;350;p52"/>
          <p:cNvSpPr txBox="1"/>
          <p:nvPr>
            <p:ph idx="7" type="subTitle"/>
          </p:nvPr>
        </p:nvSpPr>
        <p:spPr>
          <a:xfrm>
            <a:off x="4761993" y="2486675"/>
            <a:ext cx="1635000" cy="6108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351" name="Google Shape;351;p52"/>
          <p:cNvSpPr txBox="1"/>
          <p:nvPr>
            <p:ph idx="8" type="subTitle"/>
          </p:nvPr>
        </p:nvSpPr>
        <p:spPr>
          <a:xfrm>
            <a:off x="6777575" y="3238975"/>
            <a:ext cx="16350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352" name="Google Shape;352;p52"/>
          <p:cNvSpPr txBox="1"/>
          <p:nvPr>
            <p:ph idx="9" type="subTitle"/>
          </p:nvPr>
        </p:nvSpPr>
        <p:spPr>
          <a:xfrm>
            <a:off x="6777575" y="2486675"/>
            <a:ext cx="1635000" cy="6108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353" name="Google Shape;353;p52"/>
          <p:cNvSpPr txBox="1"/>
          <p:nvPr>
            <p:ph hasCustomPrompt="1" idx="13" type="title"/>
          </p:nvPr>
        </p:nvSpPr>
        <p:spPr>
          <a:xfrm rot="60218">
            <a:off x="2733631" y="1822889"/>
            <a:ext cx="1661355" cy="488772"/>
          </a:xfrm>
          <a:prstGeom prst="rect">
            <a:avLst/>
          </a:prstGeom>
          <a:solidFill>
            <a:schemeClr val="dk2"/>
          </a:solidFill>
        </p:spPr>
        <p:txBody>
          <a:bodyPr anchorCtr="0" anchor="ctr" bIns="0" lIns="0" spcFirstLastPara="1" rIns="0" wrap="square" tIns="0">
            <a:noAutofit/>
          </a:bodyPr>
          <a:lstStyle>
            <a:lvl1pPr lvl="0" algn="ctr">
              <a:spcBef>
                <a:spcPts val="0"/>
              </a:spcBef>
              <a:spcAft>
                <a:spcPts val="0"/>
              </a:spcAft>
              <a:buSzPts val="2500"/>
              <a:buNone/>
              <a:defRPr b="1" sz="3000">
                <a:solidFill>
                  <a:schemeClr val="accent2"/>
                </a:solidFill>
                <a:latin typeface="Jost"/>
                <a:ea typeface="Jost"/>
                <a:cs typeface="Jost"/>
                <a:sym typeface="Jost"/>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r>
              <a:t>xx%</a:t>
            </a:r>
          </a:p>
        </p:txBody>
      </p:sp>
      <p:sp>
        <p:nvSpPr>
          <p:cNvPr id="354" name="Google Shape;354;p52"/>
          <p:cNvSpPr txBox="1"/>
          <p:nvPr>
            <p:ph hasCustomPrompt="1" idx="14" type="title"/>
          </p:nvPr>
        </p:nvSpPr>
        <p:spPr>
          <a:xfrm flipH="1" rot="-60218">
            <a:off x="4749014" y="1822889"/>
            <a:ext cx="1661355" cy="488772"/>
          </a:xfrm>
          <a:prstGeom prst="rect">
            <a:avLst/>
          </a:prstGeom>
          <a:solidFill>
            <a:schemeClr val="lt1"/>
          </a:solidFill>
        </p:spPr>
        <p:txBody>
          <a:bodyPr anchorCtr="0" anchor="ctr" bIns="0" lIns="0" spcFirstLastPara="1" rIns="0" wrap="square" tIns="0">
            <a:noAutofit/>
          </a:bodyPr>
          <a:lstStyle>
            <a:lvl1pPr lvl="0" algn="ctr">
              <a:spcBef>
                <a:spcPts val="0"/>
              </a:spcBef>
              <a:spcAft>
                <a:spcPts val="0"/>
              </a:spcAft>
              <a:buSzPts val="2500"/>
              <a:buNone/>
              <a:defRPr b="1" sz="3000">
                <a:latin typeface="Jost"/>
                <a:ea typeface="Jost"/>
                <a:cs typeface="Jost"/>
                <a:sym typeface="Jost"/>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r>
              <a:t>xx%</a:t>
            </a:r>
          </a:p>
        </p:txBody>
      </p:sp>
      <p:sp>
        <p:nvSpPr>
          <p:cNvPr id="355" name="Google Shape;355;p52"/>
          <p:cNvSpPr txBox="1"/>
          <p:nvPr>
            <p:ph hasCustomPrompt="1" idx="15" type="title"/>
          </p:nvPr>
        </p:nvSpPr>
        <p:spPr>
          <a:xfrm rot="60218">
            <a:off x="6764398" y="1822889"/>
            <a:ext cx="1661355" cy="488772"/>
          </a:xfrm>
          <a:prstGeom prst="rect">
            <a:avLst/>
          </a:prstGeom>
          <a:solidFill>
            <a:schemeClr val="lt2"/>
          </a:solidFill>
        </p:spPr>
        <p:txBody>
          <a:bodyPr anchorCtr="0" anchor="ctr" bIns="0" lIns="0" spcFirstLastPara="1" rIns="0" wrap="square" tIns="0">
            <a:noAutofit/>
          </a:bodyPr>
          <a:lstStyle>
            <a:lvl1pPr lvl="0" algn="ctr">
              <a:spcBef>
                <a:spcPts val="0"/>
              </a:spcBef>
              <a:spcAft>
                <a:spcPts val="0"/>
              </a:spcAft>
              <a:buSzPts val="2500"/>
              <a:buNone/>
              <a:defRPr b="1" sz="3000">
                <a:solidFill>
                  <a:schemeClr val="accent2"/>
                </a:solidFill>
                <a:latin typeface="Jost"/>
                <a:ea typeface="Jost"/>
                <a:cs typeface="Jost"/>
                <a:sym typeface="Jost"/>
              </a:defRPr>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a:r>
              <a:t>xx%</a:t>
            </a:r>
          </a:p>
        </p:txBody>
      </p:sp>
      <p:sp>
        <p:nvSpPr>
          <p:cNvPr id="356" name="Google Shape;356;p52"/>
          <p:cNvSpPr/>
          <p:nvPr/>
        </p:nvSpPr>
        <p:spPr>
          <a:xfrm>
            <a:off x="-2186450" y="2657200"/>
            <a:ext cx="4713000" cy="47130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2"/>
          <p:cNvSpPr/>
          <p:nvPr/>
        </p:nvSpPr>
        <p:spPr>
          <a:xfrm>
            <a:off x="6185400" y="-3178425"/>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358" name="Shape 358"/>
        <p:cNvGrpSpPr/>
        <p:nvPr/>
      </p:nvGrpSpPr>
      <p:grpSpPr>
        <a:xfrm>
          <a:off x="0" y="0"/>
          <a:ext cx="0" cy="0"/>
          <a:chOff x="0" y="0"/>
          <a:chExt cx="0" cy="0"/>
        </a:xfrm>
      </p:grpSpPr>
      <p:grpSp>
        <p:nvGrpSpPr>
          <p:cNvPr id="359" name="Google Shape;359;p53"/>
          <p:cNvGrpSpPr/>
          <p:nvPr/>
        </p:nvGrpSpPr>
        <p:grpSpPr>
          <a:xfrm flipH="1" rot="10800000">
            <a:off x="-37800" y="-37350"/>
            <a:ext cx="9219600" cy="5218200"/>
            <a:chOff x="-37800" y="-37350"/>
            <a:chExt cx="9219600" cy="5218200"/>
          </a:xfrm>
        </p:grpSpPr>
        <p:pic>
          <p:nvPicPr>
            <p:cNvPr id="360" name="Google Shape;360;p53"/>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361" name="Google Shape;361;p53"/>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 name="Google Shape;362;p53"/>
          <p:cNvSpPr txBox="1"/>
          <p:nvPr>
            <p:ph type="title"/>
          </p:nvPr>
        </p:nvSpPr>
        <p:spPr>
          <a:xfrm rot="-22923">
            <a:off x="2524745" y="3093049"/>
            <a:ext cx="4094191" cy="364218"/>
          </a:xfrm>
          <a:prstGeom prst="rect">
            <a:avLst/>
          </a:prstGeom>
          <a:solidFill>
            <a:schemeClr val="dk1"/>
          </a:solidFill>
        </p:spPr>
        <p:txBody>
          <a:bodyPr anchorCtr="0" anchor="ctr" bIns="0" lIns="0" spcFirstLastPara="1" rIns="0" wrap="square" tIns="0">
            <a:noAutofit/>
          </a:bodyPr>
          <a:lstStyle>
            <a:lvl1pPr lvl="0" algn="ctr">
              <a:lnSpc>
                <a:spcPct val="100000"/>
              </a:lnSpc>
              <a:spcBef>
                <a:spcPts val="0"/>
              </a:spcBef>
              <a:spcAft>
                <a:spcPts val="0"/>
              </a:spcAft>
              <a:buSzPts val="4200"/>
              <a:buNone/>
              <a:defRPr sz="2000">
                <a:solidFill>
                  <a:schemeClr val="accent2"/>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63" name="Google Shape;363;p53"/>
          <p:cNvSpPr txBox="1"/>
          <p:nvPr>
            <p:ph idx="1" type="subTitle"/>
          </p:nvPr>
        </p:nvSpPr>
        <p:spPr>
          <a:xfrm>
            <a:off x="1978050" y="1672592"/>
            <a:ext cx="5187900" cy="12606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SzPts val="2100"/>
              <a:buNone/>
              <a:defRPr sz="25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4" name="Google Shape;364;p53"/>
          <p:cNvSpPr/>
          <p:nvPr/>
        </p:nvSpPr>
        <p:spPr>
          <a:xfrm flipH="1" rot="10800000">
            <a:off x="6925300" y="298170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3"/>
          <p:cNvSpPr/>
          <p:nvPr/>
        </p:nvSpPr>
        <p:spPr>
          <a:xfrm flipH="1" rot="10800000">
            <a:off x="-2020675" y="-3026750"/>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3">
    <p:spTree>
      <p:nvGrpSpPr>
        <p:cNvPr id="366" name="Shape 366"/>
        <p:cNvGrpSpPr/>
        <p:nvPr/>
      </p:nvGrpSpPr>
      <p:grpSpPr>
        <a:xfrm>
          <a:off x="0" y="0"/>
          <a:ext cx="0" cy="0"/>
          <a:chOff x="0" y="0"/>
          <a:chExt cx="0" cy="0"/>
        </a:xfrm>
      </p:grpSpPr>
      <p:grpSp>
        <p:nvGrpSpPr>
          <p:cNvPr id="367" name="Google Shape;367;p54"/>
          <p:cNvGrpSpPr/>
          <p:nvPr/>
        </p:nvGrpSpPr>
        <p:grpSpPr>
          <a:xfrm>
            <a:off x="-37800" y="-37350"/>
            <a:ext cx="9219600" cy="5218200"/>
            <a:chOff x="-37800" y="-37350"/>
            <a:chExt cx="9219600" cy="5218200"/>
          </a:xfrm>
        </p:grpSpPr>
        <p:pic>
          <p:nvPicPr>
            <p:cNvPr id="368" name="Google Shape;368;p54"/>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369" name="Google Shape;369;p54"/>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54"/>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1" name="Google Shape;371;p54"/>
          <p:cNvSpPr/>
          <p:nvPr/>
        </p:nvSpPr>
        <p:spPr>
          <a:xfrm flipH="1" rot="10800000">
            <a:off x="-2562600" y="1166025"/>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4"/>
          <p:cNvSpPr/>
          <p:nvPr/>
        </p:nvSpPr>
        <p:spPr>
          <a:xfrm flipH="1" rot="10800000">
            <a:off x="7321150" y="-154157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3_1">
    <p:spTree>
      <p:nvGrpSpPr>
        <p:cNvPr id="373" name="Shape 373"/>
        <p:cNvGrpSpPr/>
        <p:nvPr/>
      </p:nvGrpSpPr>
      <p:grpSpPr>
        <a:xfrm>
          <a:off x="0" y="0"/>
          <a:ext cx="0" cy="0"/>
          <a:chOff x="0" y="0"/>
          <a:chExt cx="0" cy="0"/>
        </a:xfrm>
      </p:grpSpPr>
      <p:grpSp>
        <p:nvGrpSpPr>
          <p:cNvPr id="374" name="Google Shape;374;p55"/>
          <p:cNvGrpSpPr/>
          <p:nvPr/>
        </p:nvGrpSpPr>
        <p:grpSpPr>
          <a:xfrm rot="10800000">
            <a:off x="-37800" y="-37350"/>
            <a:ext cx="9219600" cy="5218200"/>
            <a:chOff x="-37800" y="-37350"/>
            <a:chExt cx="9219600" cy="5218200"/>
          </a:xfrm>
        </p:grpSpPr>
        <p:pic>
          <p:nvPicPr>
            <p:cNvPr id="375" name="Google Shape;375;p55"/>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376" name="Google Shape;376;p55"/>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 name="Google Shape;377;p55"/>
          <p:cNvSpPr/>
          <p:nvPr/>
        </p:nvSpPr>
        <p:spPr>
          <a:xfrm flipH="1">
            <a:off x="4722800" y="-2648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5"/>
          <p:cNvSpPr/>
          <p:nvPr/>
        </p:nvSpPr>
        <p:spPr>
          <a:xfrm flipH="1">
            <a:off x="-2052675" y="31932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5"/>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380" name="Shape 380"/>
        <p:cNvGrpSpPr/>
        <p:nvPr/>
      </p:nvGrpSpPr>
      <p:grpSpPr>
        <a:xfrm>
          <a:off x="0" y="0"/>
          <a:ext cx="0" cy="0"/>
          <a:chOff x="0" y="0"/>
          <a:chExt cx="0" cy="0"/>
        </a:xfrm>
      </p:grpSpPr>
      <p:grpSp>
        <p:nvGrpSpPr>
          <p:cNvPr id="381" name="Google Shape;381;p56"/>
          <p:cNvGrpSpPr/>
          <p:nvPr/>
        </p:nvGrpSpPr>
        <p:grpSpPr>
          <a:xfrm>
            <a:off x="-37800" y="-37350"/>
            <a:ext cx="9219600" cy="5218200"/>
            <a:chOff x="-37800" y="-37350"/>
            <a:chExt cx="9219600" cy="5218200"/>
          </a:xfrm>
        </p:grpSpPr>
        <p:pic>
          <p:nvPicPr>
            <p:cNvPr id="382" name="Google Shape;382;p56"/>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383" name="Google Shape;383;p56"/>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 name="Google Shape;384;p56"/>
          <p:cNvSpPr/>
          <p:nvPr/>
        </p:nvSpPr>
        <p:spPr>
          <a:xfrm flipH="1" rot="10800000">
            <a:off x="-2596975" y="1112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6"/>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6" name="Google Shape;386;p56"/>
          <p:cNvSpPr txBox="1"/>
          <p:nvPr>
            <p:ph idx="1" type="subTitle"/>
          </p:nvPr>
        </p:nvSpPr>
        <p:spPr>
          <a:xfrm>
            <a:off x="714175" y="3040575"/>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387" name="Google Shape;387;p56"/>
          <p:cNvSpPr txBox="1"/>
          <p:nvPr>
            <p:ph idx="2" type="subTitle"/>
          </p:nvPr>
        </p:nvSpPr>
        <p:spPr>
          <a:xfrm>
            <a:off x="714175" y="2674661"/>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388" name="Google Shape;388;p56"/>
          <p:cNvSpPr txBox="1"/>
          <p:nvPr>
            <p:ph idx="3" type="subTitle"/>
          </p:nvPr>
        </p:nvSpPr>
        <p:spPr>
          <a:xfrm>
            <a:off x="3459325" y="3040575"/>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389" name="Google Shape;389;p56"/>
          <p:cNvSpPr txBox="1"/>
          <p:nvPr>
            <p:ph idx="4" type="subTitle"/>
          </p:nvPr>
        </p:nvSpPr>
        <p:spPr>
          <a:xfrm>
            <a:off x="3459325" y="2674661"/>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390" name="Google Shape;390;p56"/>
          <p:cNvSpPr txBox="1"/>
          <p:nvPr>
            <p:ph idx="5" type="subTitle"/>
          </p:nvPr>
        </p:nvSpPr>
        <p:spPr>
          <a:xfrm>
            <a:off x="6204475" y="3040575"/>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391" name="Google Shape;391;p56"/>
          <p:cNvSpPr txBox="1"/>
          <p:nvPr>
            <p:ph idx="6" type="subTitle"/>
          </p:nvPr>
        </p:nvSpPr>
        <p:spPr>
          <a:xfrm>
            <a:off x="6204475" y="2674661"/>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392" name="Google Shape;392;p56"/>
          <p:cNvSpPr/>
          <p:nvPr/>
        </p:nvSpPr>
        <p:spPr>
          <a:xfrm flipH="1" rot="10800000">
            <a:off x="7160300" y="-15028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_1">
    <p:spTree>
      <p:nvGrpSpPr>
        <p:cNvPr id="393" name="Shape 393"/>
        <p:cNvGrpSpPr/>
        <p:nvPr/>
      </p:nvGrpSpPr>
      <p:grpSpPr>
        <a:xfrm>
          <a:off x="0" y="0"/>
          <a:ext cx="0" cy="0"/>
          <a:chOff x="0" y="0"/>
          <a:chExt cx="0" cy="0"/>
        </a:xfrm>
      </p:grpSpPr>
      <p:grpSp>
        <p:nvGrpSpPr>
          <p:cNvPr id="394" name="Google Shape;394;p57"/>
          <p:cNvGrpSpPr/>
          <p:nvPr/>
        </p:nvGrpSpPr>
        <p:grpSpPr>
          <a:xfrm flipH="1" rot="10800000">
            <a:off x="-37800" y="-37350"/>
            <a:ext cx="9219600" cy="5218200"/>
            <a:chOff x="-37800" y="-37350"/>
            <a:chExt cx="9219600" cy="5218200"/>
          </a:xfrm>
        </p:grpSpPr>
        <p:pic>
          <p:nvPicPr>
            <p:cNvPr id="395" name="Google Shape;395;p57"/>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396" name="Google Shape;396;p57"/>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 name="Google Shape;397;p57"/>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8" name="Google Shape;398;p57"/>
          <p:cNvSpPr txBox="1"/>
          <p:nvPr>
            <p:ph idx="1" type="subTitle"/>
          </p:nvPr>
        </p:nvSpPr>
        <p:spPr>
          <a:xfrm>
            <a:off x="1732483" y="2104650"/>
            <a:ext cx="2615100" cy="467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399" name="Google Shape;399;p57"/>
          <p:cNvSpPr txBox="1"/>
          <p:nvPr>
            <p:ph idx="2" type="subTitle"/>
          </p:nvPr>
        </p:nvSpPr>
        <p:spPr>
          <a:xfrm>
            <a:off x="1732483" y="1713300"/>
            <a:ext cx="2615100" cy="343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00" name="Google Shape;400;p57"/>
          <p:cNvSpPr txBox="1"/>
          <p:nvPr>
            <p:ph idx="3" type="subTitle"/>
          </p:nvPr>
        </p:nvSpPr>
        <p:spPr>
          <a:xfrm>
            <a:off x="1732483" y="3416300"/>
            <a:ext cx="2615100" cy="467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401" name="Google Shape;401;p57"/>
          <p:cNvSpPr txBox="1"/>
          <p:nvPr>
            <p:ph idx="4" type="subTitle"/>
          </p:nvPr>
        </p:nvSpPr>
        <p:spPr>
          <a:xfrm>
            <a:off x="1732483" y="3024950"/>
            <a:ext cx="2615100" cy="343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02" name="Google Shape;402;p57"/>
          <p:cNvSpPr txBox="1"/>
          <p:nvPr>
            <p:ph idx="5" type="subTitle"/>
          </p:nvPr>
        </p:nvSpPr>
        <p:spPr>
          <a:xfrm>
            <a:off x="5813024" y="2104650"/>
            <a:ext cx="2615100" cy="467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403" name="Google Shape;403;p57"/>
          <p:cNvSpPr txBox="1"/>
          <p:nvPr>
            <p:ph idx="6" type="subTitle"/>
          </p:nvPr>
        </p:nvSpPr>
        <p:spPr>
          <a:xfrm>
            <a:off x="5813024" y="1713300"/>
            <a:ext cx="2615100" cy="343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04" name="Google Shape;404;p57"/>
          <p:cNvSpPr txBox="1"/>
          <p:nvPr>
            <p:ph idx="7" type="subTitle"/>
          </p:nvPr>
        </p:nvSpPr>
        <p:spPr>
          <a:xfrm>
            <a:off x="5813024" y="3416300"/>
            <a:ext cx="2615100" cy="467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405" name="Google Shape;405;p57"/>
          <p:cNvSpPr txBox="1"/>
          <p:nvPr>
            <p:ph idx="8" type="subTitle"/>
          </p:nvPr>
        </p:nvSpPr>
        <p:spPr>
          <a:xfrm>
            <a:off x="5813024" y="3024950"/>
            <a:ext cx="2615100" cy="343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06" name="Google Shape;406;p57"/>
          <p:cNvSpPr/>
          <p:nvPr/>
        </p:nvSpPr>
        <p:spPr>
          <a:xfrm>
            <a:off x="-2596975" y="-25213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7"/>
          <p:cNvSpPr/>
          <p:nvPr/>
        </p:nvSpPr>
        <p:spPr>
          <a:xfrm>
            <a:off x="7366800" y="32366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_1_1">
    <p:spTree>
      <p:nvGrpSpPr>
        <p:cNvPr id="408" name="Shape 408"/>
        <p:cNvGrpSpPr/>
        <p:nvPr/>
      </p:nvGrpSpPr>
      <p:grpSpPr>
        <a:xfrm>
          <a:off x="0" y="0"/>
          <a:ext cx="0" cy="0"/>
          <a:chOff x="0" y="0"/>
          <a:chExt cx="0" cy="0"/>
        </a:xfrm>
      </p:grpSpPr>
      <p:grpSp>
        <p:nvGrpSpPr>
          <p:cNvPr id="409" name="Google Shape;409;p58"/>
          <p:cNvGrpSpPr/>
          <p:nvPr/>
        </p:nvGrpSpPr>
        <p:grpSpPr>
          <a:xfrm>
            <a:off x="-37800" y="-37350"/>
            <a:ext cx="9219600" cy="5218200"/>
            <a:chOff x="-37800" y="-37350"/>
            <a:chExt cx="9219600" cy="5218200"/>
          </a:xfrm>
        </p:grpSpPr>
        <p:pic>
          <p:nvPicPr>
            <p:cNvPr id="410" name="Google Shape;410;p58"/>
            <p:cNvPicPr preferRelativeResize="0"/>
            <p:nvPr/>
          </p:nvPicPr>
          <p:blipFill>
            <a:blip r:embed="rId2">
              <a:alphaModFix amt="47000"/>
            </a:blip>
            <a:stretch>
              <a:fillRect/>
            </a:stretch>
          </p:blipFill>
          <p:spPr>
            <a:xfrm flipH="1">
              <a:off x="0" y="2381"/>
              <a:ext cx="9144000" cy="5138738"/>
            </a:xfrm>
            <a:prstGeom prst="rect">
              <a:avLst/>
            </a:prstGeom>
            <a:noFill/>
            <a:ln>
              <a:noFill/>
            </a:ln>
          </p:spPr>
        </p:pic>
        <p:sp>
          <p:nvSpPr>
            <p:cNvPr id="411" name="Google Shape;411;p58"/>
            <p:cNvSpPr/>
            <p:nvPr/>
          </p:nvSpPr>
          <p:spPr>
            <a:xfrm flipH="1" rot="10800000">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 name="Google Shape;412;p58"/>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3" name="Google Shape;413;p58"/>
          <p:cNvSpPr txBox="1"/>
          <p:nvPr>
            <p:ph idx="1" type="subTitle"/>
          </p:nvPr>
        </p:nvSpPr>
        <p:spPr>
          <a:xfrm>
            <a:off x="714175" y="193205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414" name="Google Shape;414;p58"/>
          <p:cNvSpPr txBox="1"/>
          <p:nvPr>
            <p:ph idx="2" type="subTitle"/>
          </p:nvPr>
        </p:nvSpPr>
        <p:spPr>
          <a:xfrm>
            <a:off x="714175" y="156613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15" name="Google Shape;415;p58"/>
          <p:cNvSpPr txBox="1"/>
          <p:nvPr>
            <p:ph idx="3" type="subTitle"/>
          </p:nvPr>
        </p:nvSpPr>
        <p:spPr>
          <a:xfrm>
            <a:off x="3459325" y="193205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416" name="Google Shape;416;p58"/>
          <p:cNvSpPr txBox="1"/>
          <p:nvPr>
            <p:ph idx="4" type="subTitle"/>
          </p:nvPr>
        </p:nvSpPr>
        <p:spPr>
          <a:xfrm>
            <a:off x="3459325" y="156613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17" name="Google Shape;417;p58"/>
          <p:cNvSpPr txBox="1"/>
          <p:nvPr>
            <p:ph idx="5" type="subTitle"/>
          </p:nvPr>
        </p:nvSpPr>
        <p:spPr>
          <a:xfrm>
            <a:off x="6204475" y="193205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418" name="Google Shape;418;p58"/>
          <p:cNvSpPr txBox="1"/>
          <p:nvPr>
            <p:ph idx="6" type="subTitle"/>
          </p:nvPr>
        </p:nvSpPr>
        <p:spPr>
          <a:xfrm>
            <a:off x="6204475" y="156613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19" name="Google Shape;419;p58"/>
          <p:cNvSpPr txBox="1"/>
          <p:nvPr>
            <p:ph idx="7" type="subTitle"/>
          </p:nvPr>
        </p:nvSpPr>
        <p:spPr>
          <a:xfrm>
            <a:off x="714175" y="351190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420" name="Google Shape;420;p58"/>
          <p:cNvSpPr txBox="1"/>
          <p:nvPr>
            <p:ph idx="8" type="subTitle"/>
          </p:nvPr>
        </p:nvSpPr>
        <p:spPr>
          <a:xfrm>
            <a:off x="714175" y="314598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21" name="Google Shape;421;p58"/>
          <p:cNvSpPr txBox="1"/>
          <p:nvPr>
            <p:ph idx="9" type="subTitle"/>
          </p:nvPr>
        </p:nvSpPr>
        <p:spPr>
          <a:xfrm>
            <a:off x="3459325" y="351190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422" name="Google Shape;422;p58"/>
          <p:cNvSpPr txBox="1"/>
          <p:nvPr>
            <p:ph idx="13" type="subTitle"/>
          </p:nvPr>
        </p:nvSpPr>
        <p:spPr>
          <a:xfrm>
            <a:off x="3459325" y="314598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23" name="Google Shape;423;p58"/>
          <p:cNvSpPr txBox="1"/>
          <p:nvPr>
            <p:ph idx="14" type="subTitle"/>
          </p:nvPr>
        </p:nvSpPr>
        <p:spPr>
          <a:xfrm>
            <a:off x="6204475" y="3511900"/>
            <a:ext cx="2225400" cy="755400"/>
          </a:xfrm>
          <a:prstGeom prst="rect">
            <a:avLst/>
          </a:prstGeom>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600"/>
              <a:buNone/>
              <a:defRPr/>
            </a:lvl1pPr>
            <a:lvl2pPr lvl="1" algn="r">
              <a:spcBef>
                <a:spcPts val="0"/>
              </a:spcBef>
              <a:spcAft>
                <a:spcPts val="0"/>
              </a:spcAft>
              <a:buClr>
                <a:schemeClr val="dk1"/>
              </a:buClr>
              <a:buSzPts val="1600"/>
              <a:buNone/>
              <a:defRPr>
                <a:solidFill>
                  <a:schemeClr val="dk1"/>
                </a:solidFill>
              </a:defRPr>
            </a:lvl2pPr>
            <a:lvl3pPr lvl="2" algn="r">
              <a:spcBef>
                <a:spcPts val="0"/>
              </a:spcBef>
              <a:spcAft>
                <a:spcPts val="0"/>
              </a:spcAft>
              <a:buClr>
                <a:schemeClr val="dk1"/>
              </a:buClr>
              <a:buSzPts val="1600"/>
              <a:buNone/>
              <a:defRPr>
                <a:solidFill>
                  <a:schemeClr val="dk1"/>
                </a:solidFill>
              </a:defRPr>
            </a:lvl3pPr>
            <a:lvl4pPr lvl="3" algn="r">
              <a:spcBef>
                <a:spcPts val="0"/>
              </a:spcBef>
              <a:spcAft>
                <a:spcPts val="0"/>
              </a:spcAft>
              <a:buClr>
                <a:schemeClr val="dk1"/>
              </a:buClr>
              <a:buSzPts val="1600"/>
              <a:buNone/>
              <a:defRPr>
                <a:solidFill>
                  <a:schemeClr val="dk1"/>
                </a:solidFill>
              </a:defRPr>
            </a:lvl4pPr>
            <a:lvl5pPr lvl="4" algn="r">
              <a:spcBef>
                <a:spcPts val="0"/>
              </a:spcBef>
              <a:spcAft>
                <a:spcPts val="0"/>
              </a:spcAft>
              <a:buClr>
                <a:schemeClr val="dk1"/>
              </a:buClr>
              <a:buSzPts val="1600"/>
              <a:buNone/>
              <a:defRPr>
                <a:solidFill>
                  <a:schemeClr val="dk1"/>
                </a:solidFill>
              </a:defRPr>
            </a:lvl5pPr>
            <a:lvl6pPr lvl="5" algn="r">
              <a:spcBef>
                <a:spcPts val="0"/>
              </a:spcBef>
              <a:spcAft>
                <a:spcPts val="0"/>
              </a:spcAft>
              <a:buClr>
                <a:schemeClr val="dk1"/>
              </a:buClr>
              <a:buSzPts val="1600"/>
              <a:buNone/>
              <a:defRPr>
                <a:solidFill>
                  <a:schemeClr val="dk1"/>
                </a:solidFill>
              </a:defRPr>
            </a:lvl6pPr>
            <a:lvl7pPr lvl="6" algn="r">
              <a:spcBef>
                <a:spcPts val="0"/>
              </a:spcBef>
              <a:spcAft>
                <a:spcPts val="0"/>
              </a:spcAft>
              <a:buClr>
                <a:schemeClr val="dk1"/>
              </a:buClr>
              <a:buSzPts val="1600"/>
              <a:buNone/>
              <a:defRPr>
                <a:solidFill>
                  <a:schemeClr val="dk1"/>
                </a:solidFill>
              </a:defRPr>
            </a:lvl7pPr>
            <a:lvl8pPr lvl="7" algn="r">
              <a:spcBef>
                <a:spcPts val="0"/>
              </a:spcBef>
              <a:spcAft>
                <a:spcPts val="0"/>
              </a:spcAft>
              <a:buClr>
                <a:schemeClr val="dk1"/>
              </a:buClr>
              <a:buSzPts val="1600"/>
              <a:buNone/>
              <a:defRPr>
                <a:solidFill>
                  <a:schemeClr val="dk1"/>
                </a:solidFill>
              </a:defRPr>
            </a:lvl8pPr>
            <a:lvl9pPr lvl="8" algn="r">
              <a:spcBef>
                <a:spcPts val="0"/>
              </a:spcBef>
              <a:spcAft>
                <a:spcPts val="0"/>
              </a:spcAft>
              <a:buClr>
                <a:schemeClr val="dk1"/>
              </a:buClr>
              <a:buSzPts val="1600"/>
              <a:buNone/>
              <a:defRPr>
                <a:solidFill>
                  <a:schemeClr val="dk1"/>
                </a:solidFill>
              </a:defRPr>
            </a:lvl9pPr>
          </a:lstStyle>
          <a:p/>
        </p:txBody>
      </p:sp>
      <p:sp>
        <p:nvSpPr>
          <p:cNvPr id="424" name="Google Shape;424;p58"/>
          <p:cNvSpPr txBox="1"/>
          <p:nvPr>
            <p:ph idx="15" type="subTitle"/>
          </p:nvPr>
        </p:nvSpPr>
        <p:spPr>
          <a:xfrm>
            <a:off x="6204475" y="3145986"/>
            <a:ext cx="2225400" cy="3264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2000"/>
              <a:buNone/>
              <a:defRPr sz="2000">
                <a:latin typeface="Jost SemiBold"/>
                <a:ea typeface="Jost SemiBold"/>
                <a:cs typeface="Jost SemiBold"/>
                <a:sym typeface="Jost SemiBold"/>
              </a:defRPr>
            </a:lvl1pPr>
            <a:lvl2pPr lvl="1" algn="r">
              <a:spcBef>
                <a:spcPts val="0"/>
              </a:spcBef>
              <a:spcAft>
                <a:spcPts val="0"/>
              </a:spcAft>
              <a:buClr>
                <a:schemeClr val="dk1"/>
              </a:buClr>
              <a:buSzPts val="2000"/>
              <a:buNone/>
              <a:defRPr sz="2000">
                <a:solidFill>
                  <a:schemeClr val="dk1"/>
                </a:solidFill>
              </a:defRPr>
            </a:lvl2pPr>
            <a:lvl3pPr lvl="2" algn="r">
              <a:spcBef>
                <a:spcPts val="0"/>
              </a:spcBef>
              <a:spcAft>
                <a:spcPts val="0"/>
              </a:spcAft>
              <a:buClr>
                <a:schemeClr val="dk1"/>
              </a:buClr>
              <a:buSzPts val="2000"/>
              <a:buNone/>
              <a:defRPr sz="2000">
                <a:solidFill>
                  <a:schemeClr val="dk1"/>
                </a:solidFill>
              </a:defRPr>
            </a:lvl3pPr>
            <a:lvl4pPr lvl="3" algn="r">
              <a:spcBef>
                <a:spcPts val="0"/>
              </a:spcBef>
              <a:spcAft>
                <a:spcPts val="0"/>
              </a:spcAft>
              <a:buClr>
                <a:schemeClr val="dk1"/>
              </a:buClr>
              <a:buSzPts val="2000"/>
              <a:buNone/>
              <a:defRPr sz="2000">
                <a:solidFill>
                  <a:schemeClr val="dk1"/>
                </a:solidFill>
              </a:defRPr>
            </a:lvl4pPr>
            <a:lvl5pPr lvl="4" algn="r">
              <a:spcBef>
                <a:spcPts val="0"/>
              </a:spcBef>
              <a:spcAft>
                <a:spcPts val="0"/>
              </a:spcAft>
              <a:buClr>
                <a:schemeClr val="dk1"/>
              </a:buClr>
              <a:buSzPts val="2000"/>
              <a:buNone/>
              <a:defRPr sz="2000">
                <a:solidFill>
                  <a:schemeClr val="dk1"/>
                </a:solidFill>
              </a:defRPr>
            </a:lvl5pPr>
            <a:lvl6pPr lvl="5" algn="r">
              <a:spcBef>
                <a:spcPts val="0"/>
              </a:spcBef>
              <a:spcAft>
                <a:spcPts val="0"/>
              </a:spcAft>
              <a:buClr>
                <a:schemeClr val="dk1"/>
              </a:buClr>
              <a:buSzPts val="2000"/>
              <a:buNone/>
              <a:defRPr sz="2000">
                <a:solidFill>
                  <a:schemeClr val="dk1"/>
                </a:solidFill>
              </a:defRPr>
            </a:lvl6pPr>
            <a:lvl7pPr lvl="6" algn="r">
              <a:spcBef>
                <a:spcPts val="0"/>
              </a:spcBef>
              <a:spcAft>
                <a:spcPts val="0"/>
              </a:spcAft>
              <a:buClr>
                <a:schemeClr val="dk1"/>
              </a:buClr>
              <a:buSzPts val="2000"/>
              <a:buNone/>
              <a:defRPr sz="2000">
                <a:solidFill>
                  <a:schemeClr val="dk1"/>
                </a:solidFill>
              </a:defRPr>
            </a:lvl7pPr>
            <a:lvl8pPr lvl="7" algn="r">
              <a:spcBef>
                <a:spcPts val="0"/>
              </a:spcBef>
              <a:spcAft>
                <a:spcPts val="0"/>
              </a:spcAft>
              <a:buClr>
                <a:schemeClr val="dk1"/>
              </a:buClr>
              <a:buSzPts val="2000"/>
              <a:buNone/>
              <a:defRPr sz="2000">
                <a:solidFill>
                  <a:schemeClr val="dk1"/>
                </a:solidFill>
              </a:defRPr>
            </a:lvl8pPr>
            <a:lvl9pPr lvl="8" algn="r">
              <a:spcBef>
                <a:spcPts val="0"/>
              </a:spcBef>
              <a:spcAft>
                <a:spcPts val="0"/>
              </a:spcAft>
              <a:buClr>
                <a:schemeClr val="dk1"/>
              </a:buClr>
              <a:buSzPts val="2000"/>
              <a:buNone/>
              <a:defRPr sz="2000">
                <a:solidFill>
                  <a:schemeClr val="dk1"/>
                </a:solidFill>
              </a:defRPr>
            </a:lvl9pPr>
          </a:lstStyle>
          <a:p/>
        </p:txBody>
      </p:sp>
      <p:sp>
        <p:nvSpPr>
          <p:cNvPr id="425" name="Google Shape;425;p58"/>
          <p:cNvSpPr/>
          <p:nvPr/>
        </p:nvSpPr>
        <p:spPr>
          <a:xfrm flipH="1">
            <a:off x="-1840725" y="307112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8"/>
          <p:cNvSpPr/>
          <p:nvPr/>
        </p:nvSpPr>
        <p:spPr>
          <a:xfrm flipH="1">
            <a:off x="5181100" y="-2544225"/>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5">
    <p:spTree>
      <p:nvGrpSpPr>
        <p:cNvPr id="427" name="Shape 427"/>
        <p:cNvGrpSpPr/>
        <p:nvPr/>
      </p:nvGrpSpPr>
      <p:grpSpPr>
        <a:xfrm>
          <a:off x="0" y="0"/>
          <a:ext cx="0" cy="0"/>
          <a:chOff x="0" y="0"/>
          <a:chExt cx="0" cy="0"/>
        </a:xfrm>
      </p:grpSpPr>
      <p:grpSp>
        <p:nvGrpSpPr>
          <p:cNvPr id="428" name="Google Shape;428;p59"/>
          <p:cNvGrpSpPr/>
          <p:nvPr/>
        </p:nvGrpSpPr>
        <p:grpSpPr>
          <a:xfrm>
            <a:off x="-37800" y="-37350"/>
            <a:ext cx="9219600" cy="5218200"/>
            <a:chOff x="-37800" y="-37350"/>
            <a:chExt cx="9219600" cy="5218200"/>
          </a:xfrm>
        </p:grpSpPr>
        <p:pic>
          <p:nvPicPr>
            <p:cNvPr id="429" name="Google Shape;429;p59"/>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430" name="Google Shape;430;p59"/>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1" name="Google Shape;431;p59"/>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2" name="Google Shape;432;p59"/>
          <p:cNvSpPr txBox="1"/>
          <p:nvPr>
            <p:ph idx="1" type="body"/>
          </p:nvPr>
        </p:nvSpPr>
        <p:spPr>
          <a:xfrm>
            <a:off x="1278450" y="1694775"/>
            <a:ext cx="6587100" cy="2220300"/>
          </a:xfrm>
          <a:prstGeom prst="rect">
            <a:avLst/>
          </a:prstGeom>
        </p:spPr>
        <p:txBody>
          <a:bodyPr anchorCtr="0" anchor="t" bIns="0" lIns="0" spcFirstLastPara="1" rIns="0" wrap="square" tIns="0">
            <a:noAutofit/>
          </a:bodyPr>
          <a:lstStyle>
            <a:lvl1pPr indent="-330200" lvl="0" marL="457200">
              <a:lnSpc>
                <a:spcPct val="100000"/>
              </a:lnSpc>
              <a:spcBef>
                <a:spcPts val="0"/>
              </a:spcBef>
              <a:spcAft>
                <a:spcPts val="0"/>
              </a:spcAft>
              <a:buClr>
                <a:schemeClr val="dk1"/>
              </a:buClr>
              <a:buSzPts val="1600"/>
              <a:buFont typeface="Jost SemiBold"/>
              <a:buChar char="●"/>
              <a:defRPr/>
            </a:lvl1pPr>
            <a:lvl2pPr indent="-330200" lvl="1" marL="914400">
              <a:lnSpc>
                <a:spcPct val="100000"/>
              </a:lnSpc>
              <a:spcBef>
                <a:spcPts val="0"/>
              </a:spcBef>
              <a:spcAft>
                <a:spcPts val="0"/>
              </a:spcAft>
              <a:buClr>
                <a:schemeClr val="lt2"/>
              </a:buClr>
              <a:buSzPts val="1600"/>
              <a:buFont typeface="Montserrat"/>
              <a:buChar char="○"/>
              <a:defRPr/>
            </a:lvl2pPr>
            <a:lvl3pPr indent="-330200" lvl="2" marL="1371600">
              <a:spcBef>
                <a:spcPts val="0"/>
              </a:spcBef>
              <a:spcAft>
                <a:spcPts val="0"/>
              </a:spcAft>
              <a:buClr>
                <a:schemeClr val="lt2"/>
              </a:buClr>
              <a:buSzPts val="1600"/>
              <a:buFont typeface="Montserrat"/>
              <a:buChar char="■"/>
              <a:defRPr/>
            </a:lvl3pPr>
            <a:lvl4pPr indent="-330200" lvl="3" marL="1828800">
              <a:spcBef>
                <a:spcPts val="0"/>
              </a:spcBef>
              <a:spcAft>
                <a:spcPts val="0"/>
              </a:spcAft>
              <a:buClr>
                <a:schemeClr val="lt2"/>
              </a:buClr>
              <a:buSzPts val="1600"/>
              <a:buFont typeface="Montserrat"/>
              <a:buChar char="●"/>
              <a:defRPr/>
            </a:lvl4pPr>
            <a:lvl5pPr indent="-330200" lvl="4" marL="2286000">
              <a:spcBef>
                <a:spcPts val="0"/>
              </a:spcBef>
              <a:spcAft>
                <a:spcPts val="0"/>
              </a:spcAft>
              <a:buClr>
                <a:schemeClr val="lt2"/>
              </a:buClr>
              <a:buSzPts val="1600"/>
              <a:buFont typeface="Montserrat"/>
              <a:buChar char="○"/>
              <a:defRPr/>
            </a:lvl5pPr>
            <a:lvl6pPr indent="-330200" lvl="5" marL="2743200">
              <a:spcBef>
                <a:spcPts val="0"/>
              </a:spcBef>
              <a:spcAft>
                <a:spcPts val="0"/>
              </a:spcAft>
              <a:buClr>
                <a:schemeClr val="lt2"/>
              </a:buClr>
              <a:buSzPts val="1600"/>
              <a:buFont typeface="Montserrat"/>
              <a:buChar char="■"/>
              <a:defRPr/>
            </a:lvl6pPr>
            <a:lvl7pPr indent="-330200" lvl="6" marL="3200400">
              <a:spcBef>
                <a:spcPts val="0"/>
              </a:spcBef>
              <a:spcAft>
                <a:spcPts val="0"/>
              </a:spcAft>
              <a:buClr>
                <a:schemeClr val="lt2"/>
              </a:buClr>
              <a:buSzPts val="1600"/>
              <a:buFont typeface="Montserrat"/>
              <a:buChar char="●"/>
              <a:defRPr/>
            </a:lvl7pPr>
            <a:lvl8pPr indent="-330200" lvl="7" marL="3657600">
              <a:spcBef>
                <a:spcPts val="0"/>
              </a:spcBef>
              <a:spcAft>
                <a:spcPts val="0"/>
              </a:spcAft>
              <a:buClr>
                <a:schemeClr val="lt2"/>
              </a:buClr>
              <a:buSzPts val="1600"/>
              <a:buFont typeface="Montserrat"/>
              <a:buChar char="○"/>
              <a:defRPr/>
            </a:lvl8pPr>
            <a:lvl9pPr indent="-330200" lvl="8" marL="4114800">
              <a:spcBef>
                <a:spcPts val="0"/>
              </a:spcBef>
              <a:spcAft>
                <a:spcPts val="0"/>
              </a:spcAft>
              <a:buClr>
                <a:schemeClr val="lt2"/>
              </a:buClr>
              <a:buSzPts val="1600"/>
              <a:buFont typeface="Montserrat"/>
              <a:buChar char="■"/>
              <a:defRPr/>
            </a:lvl9pPr>
          </a:lstStyle>
          <a:p/>
        </p:txBody>
      </p:sp>
      <p:sp>
        <p:nvSpPr>
          <p:cNvPr id="433" name="Google Shape;433;p59"/>
          <p:cNvSpPr/>
          <p:nvPr/>
        </p:nvSpPr>
        <p:spPr>
          <a:xfrm>
            <a:off x="7088775" y="-161937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59"/>
          <p:cNvSpPr/>
          <p:nvPr/>
        </p:nvSpPr>
        <p:spPr>
          <a:xfrm>
            <a:off x="-2819400" y="1984225"/>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5_1">
    <p:spTree>
      <p:nvGrpSpPr>
        <p:cNvPr id="435" name="Shape 435"/>
        <p:cNvGrpSpPr/>
        <p:nvPr/>
      </p:nvGrpSpPr>
      <p:grpSpPr>
        <a:xfrm>
          <a:off x="0" y="0"/>
          <a:ext cx="0" cy="0"/>
          <a:chOff x="0" y="0"/>
          <a:chExt cx="0" cy="0"/>
        </a:xfrm>
      </p:grpSpPr>
      <p:grpSp>
        <p:nvGrpSpPr>
          <p:cNvPr id="436" name="Google Shape;436;p60"/>
          <p:cNvGrpSpPr/>
          <p:nvPr/>
        </p:nvGrpSpPr>
        <p:grpSpPr>
          <a:xfrm>
            <a:off x="-37800" y="-37350"/>
            <a:ext cx="9219600" cy="5218200"/>
            <a:chOff x="-37800" y="-37350"/>
            <a:chExt cx="9219600" cy="5218200"/>
          </a:xfrm>
        </p:grpSpPr>
        <p:pic>
          <p:nvPicPr>
            <p:cNvPr id="437" name="Google Shape;437;p60"/>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438" name="Google Shape;438;p60"/>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9" name="Google Shape;439;p60"/>
          <p:cNvSpPr txBox="1"/>
          <p:nvPr>
            <p:ph idx="1" type="subTitle"/>
          </p:nvPr>
        </p:nvSpPr>
        <p:spPr>
          <a:xfrm flipH="1">
            <a:off x="714125" y="2028075"/>
            <a:ext cx="7715700" cy="16158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600"/>
              <a:buNone/>
              <a:defRPr/>
            </a:lvl1pPr>
            <a:lvl2pPr lvl="1" algn="r">
              <a:spcBef>
                <a:spcPts val="0"/>
              </a:spcBef>
              <a:spcAft>
                <a:spcPts val="0"/>
              </a:spcAft>
              <a:buSzPts val="1600"/>
              <a:buNone/>
              <a:defRPr/>
            </a:lvl2pPr>
            <a:lvl3pPr lvl="2" algn="r">
              <a:spcBef>
                <a:spcPts val="0"/>
              </a:spcBef>
              <a:spcAft>
                <a:spcPts val="0"/>
              </a:spcAft>
              <a:buSzPts val="1600"/>
              <a:buNone/>
              <a:defRPr/>
            </a:lvl3pPr>
            <a:lvl4pPr lvl="3" algn="r">
              <a:spcBef>
                <a:spcPts val="0"/>
              </a:spcBef>
              <a:spcAft>
                <a:spcPts val="0"/>
              </a:spcAft>
              <a:buSzPts val="1600"/>
              <a:buNone/>
              <a:defRPr/>
            </a:lvl4pPr>
            <a:lvl5pPr lvl="4" algn="r">
              <a:spcBef>
                <a:spcPts val="0"/>
              </a:spcBef>
              <a:spcAft>
                <a:spcPts val="0"/>
              </a:spcAft>
              <a:buSzPts val="1600"/>
              <a:buNone/>
              <a:defRPr/>
            </a:lvl5pPr>
            <a:lvl6pPr lvl="5" algn="r">
              <a:spcBef>
                <a:spcPts val="0"/>
              </a:spcBef>
              <a:spcAft>
                <a:spcPts val="0"/>
              </a:spcAft>
              <a:buSzPts val="1600"/>
              <a:buNone/>
              <a:defRPr/>
            </a:lvl6pPr>
            <a:lvl7pPr lvl="6" algn="r">
              <a:spcBef>
                <a:spcPts val="0"/>
              </a:spcBef>
              <a:spcAft>
                <a:spcPts val="0"/>
              </a:spcAft>
              <a:buSzPts val="1600"/>
              <a:buNone/>
              <a:defRPr/>
            </a:lvl7pPr>
            <a:lvl8pPr lvl="7" algn="r">
              <a:spcBef>
                <a:spcPts val="0"/>
              </a:spcBef>
              <a:spcAft>
                <a:spcPts val="0"/>
              </a:spcAft>
              <a:buSzPts val="1600"/>
              <a:buNone/>
              <a:defRPr/>
            </a:lvl8pPr>
            <a:lvl9pPr lvl="8" algn="r">
              <a:spcBef>
                <a:spcPts val="0"/>
              </a:spcBef>
              <a:spcAft>
                <a:spcPts val="0"/>
              </a:spcAft>
              <a:buSzPts val="1600"/>
              <a:buNone/>
              <a:defRPr/>
            </a:lvl9pPr>
          </a:lstStyle>
          <a:p/>
        </p:txBody>
      </p:sp>
      <p:sp>
        <p:nvSpPr>
          <p:cNvPr id="440" name="Google Shape;440;p60"/>
          <p:cNvSpPr txBox="1"/>
          <p:nvPr>
            <p:ph idx="2" type="subTitle"/>
          </p:nvPr>
        </p:nvSpPr>
        <p:spPr>
          <a:xfrm flipH="1">
            <a:off x="714074" y="1490725"/>
            <a:ext cx="7715700" cy="365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atin typeface="Jost SemiBold"/>
                <a:ea typeface="Jost SemiBold"/>
                <a:cs typeface="Jost SemiBold"/>
                <a:sym typeface="Jost SemiBold"/>
              </a:defRPr>
            </a:lvl1pPr>
            <a:lvl2pPr lvl="1" algn="r">
              <a:spcBef>
                <a:spcPts val="0"/>
              </a:spcBef>
              <a:spcAft>
                <a:spcPts val="0"/>
              </a:spcAft>
              <a:buSzPts val="2000"/>
              <a:buNone/>
              <a:defRPr b="1" sz="2000"/>
            </a:lvl2pPr>
            <a:lvl3pPr lvl="2" algn="r">
              <a:spcBef>
                <a:spcPts val="0"/>
              </a:spcBef>
              <a:spcAft>
                <a:spcPts val="0"/>
              </a:spcAft>
              <a:buSzPts val="2000"/>
              <a:buNone/>
              <a:defRPr b="1" sz="2000"/>
            </a:lvl3pPr>
            <a:lvl4pPr lvl="3" algn="r">
              <a:spcBef>
                <a:spcPts val="0"/>
              </a:spcBef>
              <a:spcAft>
                <a:spcPts val="0"/>
              </a:spcAft>
              <a:buSzPts val="2000"/>
              <a:buNone/>
              <a:defRPr b="1" sz="2000"/>
            </a:lvl4pPr>
            <a:lvl5pPr lvl="4" algn="r">
              <a:spcBef>
                <a:spcPts val="0"/>
              </a:spcBef>
              <a:spcAft>
                <a:spcPts val="0"/>
              </a:spcAft>
              <a:buSzPts val="2000"/>
              <a:buNone/>
              <a:defRPr b="1" sz="2000"/>
            </a:lvl5pPr>
            <a:lvl6pPr lvl="5" algn="r">
              <a:spcBef>
                <a:spcPts val="0"/>
              </a:spcBef>
              <a:spcAft>
                <a:spcPts val="0"/>
              </a:spcAft>
              <a:buSzPts val="2000"/>
              <a:buNone/>
              <a:defRPr b="1" sz="2000"/>
            </a:lvl6pPr>
            <a:lvl7pPr lvl="6" algn="r">
              <a:spcBef>
                <a:spcPts val="0"/>
              </a:spcBef>
              <a:spcAft>
                <a:spcPts val="0"/>
              </a:spcAft>
              <a:buSzPts val="2000"/>
              <a:buNone/>
              <a:defRPr b="1" sz="2000"/>
            </a:lvl7pPr>
            <a:lvl8pPr lvl="7" algn="r">
              <a:spcBef>
                <a:spcPts val="0"/>
              </a:spcBef>
              <a:spcAft>
                <a:spcPts val="0"/>
              </a:spcAft>
              <a:buSzPts val="2000"/>
              <a:buNone/>
              <a:defRPr b="1" sz="2000"/>
            </a:lvl8pPr>
            <a:lvl9pPr lvl="8" algn="r">
              <a:spcBef>
                <a:spcPts val="0"/>
              </a:spcBef>
              <a:spcAft>
                <a:spcPts val="0"/>
              </a:spcAft>
              <a:buSzPts val="2000"/>
              <a:buNone/>
              <a:defRPr b="1" sz="2000"/>
            </a:lvl9pPr>
          </a:lstStyle>
          <a:p/>
        </p:txBody>
      </p:sp>
      <p:sp>
        <p:nvSpPr>
          <p:cNvPr id="441" name="Google Shape;441;p60"/>
          <p:cNvSpPr txBox="1"/>
          <p:nvPr>
            <p:ph type="title"/>
          </p:nvPr>
        </p:nvSpPr>
        <p:spPr>
          <a:xfrm>
            <a:off x="730825" y="535650"/>
            <a:ext cx="7682400" cy="4671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2" name="Google Shape;442;p60"/>
          <p:cNvSpPr/>
          <p:nvPr/>
        </p:nvSpPr>
        <p:spPr>
          <a:xfrm flipH="1" rot="10800000">
            <a:off x="-2499550" y="106875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0"/>
          <p:cNvSpPr/>
          <p:nvPr/>
        </p:nvSpPr>
        <p:spPr>
          <a:xfrm flipH="1" rot="10800000">
            <a:off x="7355550" y="-157552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4" name="Shape 444"/>
        <p:cNvGrpSpPr/>
        <p:nvPr/>
      </p:nvGrpSpPr>
      <p:grpSpPr>
        <a:xfrm>
          <a:off x="0" y="0"/>
          <a:ext cx="0" cy="0"/>
          <a:chOff x="0" y="0"/>
          <a:chExt cx="0" cy="0"/>
        </a:xfrm>
      </p:grpSpPr>
      <p:pic>
        <p:nvPicPr>
          <p:cNvPr id="445" name="Google Shape;445;p61"/>
          <p:cNvPicPr preferRelativeResize="0"/>
          <p:nvPr/>
        </p:nvPicPr>
        <p:blipFill>
          <a:blip r:embed="rId2">
            <a:alphaModFix amt="47000"/>
          </a:blip>
          <a:stretch>
            <a:fillRect/>
          </a:stretch>
        </p:blipFill>
        <p:spPr>
          <a:xfrm>
            <a:off x="0" y="2381"/>
            <a:ext cx="9144000" cy="5138738"/>
          </a:xfrm>
          <a:prstGeom prst="rect">
            <a:avLst/>
          </a:prstGeom>
          <a:noFill/>
          <a:ln>
            <a:noFill/>
          </a:ln>
        </p:spPr>
      </p:pic>
      <p:sp>
        <p:nvSpPr>
          <p:cNvPr id="446" name="Google Shape;446;p61"/>
          <p:cNvSpPr txBox="1"/>
          <p:nvPr>
            <p:ph type="title"/>
          </p:nvPr>
        </p:nvSpPr>
        <p:spPr>
          <a:xfrm>
            <a:off x="714150" y="535650"/>
            <a:ext cx="7715700" cy="885300"/>
          </a:xfrm>
          <a:prstGeom prst="rect">
            <a:avLst/>
          </a:prstGeom>
        </p:spPr>
        <p:txBody>
          <a:bodyPr anchorCtr="0" anchor="t" bIns="0" lIns="0" spcFirstLastPara="1" rIns="0" wrap="square" tIns="0">
            <a:noAutofit/>
          </a:bodyPr>
          <a:lstStyle>
            <a:lvl1pPr lvl="0" algn="ctr">
              <a:spcBef>
                <a:spcPts val="0"/>
              </a:spcBef>
              <a:spcAft>
                <a:spcPts val="0"/>
              </a:spcAft>
              <a:buSzPts val="3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7" name="Google Shape;447;p61"/>
          <p:cNvSpPr/>
          <p:nvPr/>
        </p:nvSpPr>
        <p:spPr>
          <a:xfrm>
            <a:off x="-37775"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1"/>
          <p:cNvSpPr txBox="1"/>
          <p:nvPr>
            <p:ph idx="1" type="subTitle"/>
          </p:nvPr>
        </p:nvSpPr>
        <p:spPr>
          <a:xfrm>
            <a:off x="765588" y="2755100"/>
            <a:ext cx="3743400" cy="11493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49" name="Google Shape;449;p61"/>
          <p:cNvSpPr/>
          <p:nvPr/>
        </p:nvSpPr>
        <p:spPr>
          <a:xfrm flipH="1">
            <a:off x="-1334475" y="-1638425"/>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1"/>
          <p:cNvSpPr/>
          <p:nvPr/>
        </p:nvSpPr>
        <p:spPr>
          <a:xfrm flipH="1">
            <a:off x="4847000" y="1605525"/>
            <a:ext cx="6368100" cy="6368100"/>
          </a:xfrm>
          <a:prstGeom prst="ellipse">
            <a:avLst/>
          </a:prstGeom>
          <a:gradFill>
            <a:gsLst>
              <a:gs pos="0">
                <a:srgbClr val="187498">
                  <a:alpha val="47450"/>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1"/>
          <p:cNvSpPr txBox="1"/>
          <p:nvPr/>
        </p:nvSpPr>
        <p:spPr>
          <a:xfrm>
            <a:off x="4709750" y="2694275"/>
            <a:ext cx="3668700" cy="72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a:solidFill>
                  <a:schemeClr val="accent1"/>
                </a:solidFill>
                <a:latin typeface="Jost"/>
                <a:ea typeface="Jost"/>
                <a:cs typeface="Jost"/>
                <a:sym typeface="Jost"/>
              </a:rPr>
              <a:t>CREDITS: This presentation template was created by </a:t>
            </a:r>
            <a:r>
              <a:rPr lang="en">
                <a:solidFill>
                  <a:schemeClr val="accent1"/>
                </a:solidFill>
                <a:uFill>
                  <a:noFill/>
                </a:uFill>
                <a:latin typeface="Jost SemiBold"/>
                <a:ea typeface="Jost SemiBold"/>
                <a:cs typeface="Jost SemiBold"/>
                <a:sym typeface="Jost SemiBold"/>
                <a:hlinkClick r:id="rId3">
                  <a:extLst>
                    <a:ext uri="{A12FA001-AC4F-418D-AE19-62706E023703}">
                      <ahyp:hlinkClr val="tx"/>
                    </a:ext>
                  </a:extLst>
                </a:hlinkClick>
              </a:rPr>
              <a:t>Slidesgo</a:t>
            </a:r>
            <a:r>
              <a:rPr lang="en">
                <a:solidFill>
                  <a:schemeClr val="accent1"/>
                </a:solidFill>
                <a:latin typeface="Jost"/>
                <a:ea typeface="Jost"/>
                <a:cs typeface="Jost"/>
                <a:sym typeface="Jost"/>
              </a:rPr>
              <a:t>, including icons by </a:t>
            </a:r>
            <a:r>
              <a:rPr lang="en">
                <a:solidFill>
                  <a:schemeClr val="accent1"/>
                </a:solidFill>
                <a:uFill>
                  <a:noFill/>
                </a:uFill>
                <a:latin typeface="Jost SemiBold"/>
                <a:ea typeface="Jost SemiBold"/>
                <a:cs typeface="Jost SemiBold"/>
                <a:sym typeface="Jost SemiBold"/>
                <a:hlinkClick r:id="rId4">
                  <a:extLst>
                    <a:ext uri="{A12FA001-AC4F-418D-AE19-62706E023703}">
                      <ahyp:hlinkClr val="tx"/>
                    </a:ext>
                  </a:extLst>
                </a:hlinkClick>
              </a:rPr>
              <a:t>Flaticon</a:t>
            </a:r>
            <a:r>
              <a:rPr lang="en">
                <a:solidFill>
                  <a:schemeClr val="accent1"/>
                </a:solidFill>
                <a:latin typeface="Jost"/>
                <a:ea typeface="Jost"/>
                <a:cs typeface="Jost"/>
                <a:sym typeface="Jost"/>
              </a:rPr>
              <a:t>, and infographics &amp; images by </a:t>
            </a:r>
            <a:r>
              <a:rPr lang="en">
                <a:solidFill>
                  <a:schemeClr val="accent1"/>
                </a:solidFill>
                <a:uFill>
                  <a:noFill/>
                </a:uFill>
                <a:latin typeface="Jost SemiBold"/>
                <a:ea typeface="Jost SemiBold"/>
                <a:cs typeface="Jost SemiBold"/>
                <a:sym typeface="Jost SemiBold"/>
                <a:hlinkClick r:id="rId5">
                  <a:extLst>
                    <a:ext uri="{A12FA001-AC4F-418D-AE19-62706E023703}">
                      <ahyp:hlinkClr val="tx"/>
                    </a:ext>
                  </a:extLst>
                </a:hlinkClick>
              </a:rPr>
              <a:t>Freepik</a:t>
            </a:r>
            <a:endParaRPr u="sng">
              <a:solidFill>
                <a:schemeClr val="accent1"/>
              </a:solidFill>
              <a:latin typeface="Jost SemiBold"/>
              <a:ea typeface="Jost SemiBold"/>
              <a:cs typeface="Jost SemiBold"/>
              <a:sym typeface="Jost SemiBo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6">
    <p:spTree>
      <p:nvGrpSpPr>
        <p:cNvPr id="452" name="Shape 452"/>
        <p:cNvGrpSpPr/>
        <p:nvPr/>
      </p:nvGrpSpPr>
      <p:grpSpPr>
        <a:xfrm>
          <a:off x="0" y="0"/>
          <a:ext cx="0" cy="0"/>
          <a:chOff x="0" y="0"/>
          <a:chExt cx="0" cy="0"/>
        </a:xfrm>
      </p:grpSpPr>
      <p:grpSp>
        <p:nvGrpSpPr>
          <p:cNvPr id="453" name="Google Shape;453;p62"/>
          <p:cNvGrpSpPr/>
          <p:nvPr/>
        </p:nvGrpSpPr>
        <p:grpSpPr>
          <a:xfrm>
            <a:off x="-37800" y="-37350"/>
            <a:ext cx="9219600" cy="5218200"/>
            <a:chOff x="-37800" y="-37350"/>
            <a:chExt cx="9219600" cy="5218200"/>
          </a:xfrm>
        </p:grpSpPr>
        <p:pic>
          <p:nvPicPr>
            <p:cNvPr id="454" name="Google Shape;454;p62"/>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455" name="Google Shape;455;p62"/>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6" name="Google Shape;456;p62"/>
          <p:cNvSpPr/>
          <p:nvPr/>
        </p:nvSpPr>
        <p:spPr>
          <a:xfrm flipH="1" rot="10800000">
            <a:off x="-2596975" y="1112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2"/>
          <p:cNvSpPr/>
          <p:nvPr/>
        </p:nvSpPr>
        <p:spPr>
          <a:xfrm flipH="1" rot="10800000">
            <a:off x="7160300" y="-15028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6_1">
    <p:spTree>
      <p:nvGrpSpPr>
        <p:cNvPr id="458" name="Shape 458"/>
        <p:cNvGrpSpPr/>
        <p:nvPr/>
      </p:nvGrpSpPr>
      <p:grpSpPr>
        <a:xfrm>
          <a:off x="0" y="0"/>
          <a:ext cx="0" cy="0"/>
          <a:chOff x="0" y="0"/>
          <a:chExt cx="0" cy="0"/>
        </a:xfrm>
      </p:grpSpPr>
      <p:grpSp>
        <p:nvGrpSpPr>
          <p:cNvPr id="459" name="Google Shape;459;p63"/>
          <p:cNvGrpSpPr/>
          <p:nvPr/>
        </p:nvGrpSpPr>
        <p:grpSpPr>
          <a:xfrm rot="10800000">
            <a:off x="-37800" y="-37350"/>
            <a:ext cx="9219600" cy="5218200"/>
            <a:chOff x="-37800" y="-37350"/>
            <a:chExt cx="9219600" cy="5218200"/>
          </a:xfrm>
        </p:grpSpPr>
        <p:pic>
          <p:nvPicPr>
            <p:cNvPr id="460" name="Google Shape;460;p63"/>
            <p:cNvPicPr preferRelativeResize="0"/>
            <p:nvPr/>
          </p:nvPicPr>
          <p:blipFill>
            <a:blip r:embed="rId2">
              <a:alphaModFix amt="33000"/>
            </a:blip>
            <a:stretch>
              <a:fillRect/>
            </a:stretch>
          </p:blipFill>
          <p:spPr>
            <a:xfrm>
              <a:off x="0" y="2381"/>
              <a:ext cx="9144000" cy="5138738"/>
            </a:xfrm>
            <a:prstGeom prst="rect">
              <a:avLst/>
            </a:prstGeom>
            <a:noFill/>
            <a:ln>
              <a:noFill/>
            </a:ln>
          </p:spPr>
        </p:pic>
        <p:sp>
          <p:nvSpPr>
            <p:cNvPr id="461" name="Google Shape;461;p63"/>
            <p:cNvSpPr/>
            <p:nvPr/>
          </p:nvSpPr>
          <p:spPr>
            <a:xfrm flipH="1">
              <a:off x="-37800" y="-37350"/>
              <a:ext cx="9219600" cy="5218200"/>
            </a:xfrm>
            <a:prstGeom prst="rect">
              <a:avLst/>
            </a:prstGeom>
            <a:gradFill>
              <a:gsLst>
                <a:gs pos="0">
                  <a:srgbClr val="187498">
                    <a:alpha val="6666"/>
                  </a:srgbClr>
                </a:gs>
                <a:gs pos="50000">
                  <a:srgbClr val="187498">
                    <a:alpha val="6666"/>
                  </a:srgbClr>
                </a:gs>
                <a:gs pos="100000">
                  <a:srgbClr val="F9D923">
                    <a:alpha val="745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 name="Google Shape;462;p63"/>
          <p:cNvSpPr/>
          <p:nvPr/>
        </p:nvSpPr>
        <p:spPr>
          <a:xfrm flipH="1">
            <a:off x="4722800" y="-2648400"/>
            <a:ext cx="6368100" cy="6368100"/>
          </a:xfrm>
          <a:prstGeom prst="ellipse">
            <a:avLst/>
          </a:prstGeom>
          <a:gradFill>
            <a:gsLst>
              <a:gs pos="0">
                <a:srgbClr val="187498">
                  <a:alpha val="19215"/>
                </a:srgbClr>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3"/>
          <p:cNvSpPr/>
          <p:nvPr/>
        </p:nvSpPr>
        <p:spPr>
          <a:xfrm flipH="1">
            <a:off x="-2052675" y="3193250"/>
            <a:ext cx="3603600" cy="3603600"/>
          </a:xfrm>
          <a:prstGeom prst="ellipse">
            <a:avLst/>
          </a:prstGeom>
          <a:gradFill>
            <a:gsLst>
              <a:gs pos="0">
                <a:schemeClr val="lt1"/>
              </a:gs>
              <a:gs pos="50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33.xml"/><Relationship Id="rId11" Type="http://schemas.openxmlformats.org/officeDocument/2006/relationships/slideLayout" Target="../slideLayouts/slideLayout24.xml"/><Relationship Id="rId22" Type="http://schemas.openxmlformats.org/officeDocument/2006/relationships/slideLayout" Target="../slideLayouts/slideLayout35.xml"/><Relationship Id="rId10" Type="http://schemas.openxmlformats.org/officeDocument/2006/relationships/slideLayout" Target="../slideLayouts/slideLayout23.xml"/><Relationship Id="rId21" Type="http://schemas.openxmlformats.org/officeDocument/2006/relationships/slideLayout" Target="../slideLayouts/slideLayout34.xml"/><Relationship Id="rId13" Type="http://schemas.openxmlformats.org/officeDocument/2006/relationships/slideLayout" Target="../slideLayouts/slideLayout26.xml"/><Relationship Id="rId24" Type="http://schemas.openxmlformats.org/officeDocument/2006/relationships/theme" Target="../theme/theme3.xml"/><Relationship Id="rId12" Type="http://schemas.openxmlformats.org/officeDocument/2006/relationships/slideLayout" Target="../slideLayouts/slideLayout25.xml"/><Relationship Id="rId23" Type="http://schemas.openxmlformats.org/officeDocument/2006/relationships/slideLayout" Target="../slideLayouts/slideLayout36.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5" Type="http://schemas.openxmlformats.org/officeDocument/2006/relationships/slideLayout" Target="../slideLayouts/slideLayout18.xml"/><Relationship Id="rId19" Type="http://schemas.openxmlformats.org/officeDocument/2006/relationships/slideLayout" Target="../slideLayouts/slideLayout32.xml"/><Relationship Id="rId6" Type="http://schemas.openxmlformats.org/officeDocument/2006/relationships/slideLayout" Target="../slideLayouts/slideLayout19.xml"/><Relationship Id="rId18" Type="http://schemas.openxmlformats.org/officeDocument/2006/relationships/slideLayout" Target="../slideLayouts/slideLayout31.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56.xml"/><Relationship Id="rId11" Type="http://schemas.openxmlformats.org/officeDocument/2006/relationships/slideLayout" Target="../slideLayouts/slideLayout47.xml"/><Relationship Id="rId22" Type="http://schemas.openxmlformats.org/officeDocument/2006/relationships/slideLayout" Target="../slideLayouts/slideLayout58.xml"/><Relationship Id="rId10" Type="http://schemas.openxmlformats.org/officeDocument/2006/relationships/slideLayout" Target="../slideLayouts/slideLayout46.xml"/><Relationship Id="rId21" Type="http://schemas.openxmlformats.org/officeDocument/2006/relationships/slideLayout" Target="../slideLayouts/slideLayout57.xml"/><Relationship Id="rId13" Type="http://schemas.openxmlformats.org/officeDocument/2006/relationships/slideLayout" Target="../slideLayouts/slideLayout49.xml"/><Relationship Id="rId24" Type="http://schemas.openxmlformats.org/officeDocument/2006/relationships/theme" Target="../theme/theme1.xml"/><Relationship Id="rId12" Type="http://schemas.openxmlformats.org/officeDocument/2006/relationships/slideLayout" Target="../slideLayouts/slideLayout48.xml"/><Relationship Id="rId23" Type="http://schemas.openxmlformats.org/officeDocument/2006/relationships/slideLayout" Target="../slideLayouts/slideLayout59.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5" Type="http://schemas.openxmlformats.org/officeDocument/2006/relationships/slideLayout" Target="../slideLayouts/slideLayout51.xml"/><Relationship Id="rId14" Type="http://schemas.openxmlformats.org/officeDocument/2006/relationships/slideLayout" Target="../slideLayouts/slideLayout50.xml"/><Relationship Id="rId17" Type="http://schemas.openxmlformats.org/officeDocument/2006/relationships/slideLayout" Target="../slideLayouts/slideLayout53.xml"/><Relationship Id="rId16" Type="http://schemas.openxmlformats.org/officeDocument/2006/relationships/slideLayout" Target="../slideLayouts/slideLayout52.xml"/><Relationship Id="rId5" Type="http://schemas.openxmlformats.org/officeDocument/2006/relationships/slideLayout" Target="../slideLayouts/slideLayout41.xml"/><Relationship Id="rId19" Type="http://schemas.openxmlformats.org/officeDocument/2006/relationships/slideLayout" Target="../slideLayouts/slideLayout55.xml"/><Relationship Id="rId6" Type="http://schemas.openxmlformats.org/officeDocument/2006/relationships/slideLayout" Target="../slideLayouts/slideLayout42.xml"/><Relationship Id="rId18" Type="http://schemas.openxmlformats.org/officeDocument/2006/relationships/slideLayout" Target="../slideLayouts/slideLayout54.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rgbClr val="FFFFFF"/>
              </a:buClr>
              <a:buSzPts val="2400"/>
              <a:buNone/>
              <a:defRPr sz="2400">
                <a:solidFill>
                  <a:srgbClr val="FFFFFF"/>
                </a:solidFill>
              </a:defRPr>
            </a:lvl1pPr>
            <a:lvl2pPr lvl="1" algn="ctr">
              <a:spcBef>
                <a:spcPts val="0"/>
              </a:spcBef>
              <a:spcAft>
                <a:spcPts val="0"/>
              </a:spcAft>
              <a:buClr>
                <a:srgbClr val="FFFFFF"/>
              </a:buClr>
              <a:buSzPts val="2400"/>
              <a:buNone/>
              <a:defRPr sz="2400">
                <a:solidFill>
                  <a:srgbClr val="FFFFFF"/>
                </a:solidFill>
              </a:defRPr>
            </a:lvl2pPr>
            <a:lvl3pPr lvl="2" algn="ctr">
              <a:spcBef>
                <a:spcPts val="0"/>
              </a:spcBef>
              <a:spcAft>
                <a:spcPts val="0"/>
              </a:spcAft>
              <a:buClr>
                <a:srgbClr val="FFFFFF"/>
              </a:buClr>
              <a:buSzPts val="2400"/>
              <a:buNone/>
              <a:defRPr sz="2400">
                <a:solidFill>
                  <a:srgbClr val="FFFFFF"/>
                </a:solidFill>
              </a:defRPr>
            </a:lvl3pPr>
            <a:lvl4pPr lvl="3" algn="ctr">
              <a:spcBef>
                <a:spcPts val="0"/>
              </a:spcBef>
              <a:spcAft>
                <a:spcPts val="0"/>
              </a:spcAft>
              <a:buClr>
                <a:srgbClr val="FFFFFF"/>
              </a:buClr>
              <a:buSzPts val="2400"/>
              <a:buNone/>
              <a:defRPr sz="2400">
                <a:solidFill>
                  <a:srgbClr val="FFFFFF"/>
                </a:solidFill>
              </a:defRPr>
            </a:lvl4pPr>
            <a:lvl5pPr lvl="4" algn="ctr">
              <a:spcBef>
                <a:spcPts val="0"/>
              </a:spcBef>
              <a:spcAft>
                <a:spcPts val="0"/>
              </a:spcAft>
              <a:buClr>
                <a:srgbClr val="FFFFFF"/>
              </a:buClr>
              <a:buSzPts val="2400"/>
              <a:buNone/>
              <a:defRPr sz="2400">
                <a:solidFill>
                  <a:srgbClr val="FFFFFF"/>
                </a:solidFill>
              </a:defRPr>
            </a:lvl5pPr>
            <a:lvl6pPr lvl="5" algn="ctr">
              <a:spcBef>
                <a:spcPts val="0"/>
              </a:spcBef>
              <a:spcAft>
                <a:spcPts val="0"/>
              </a:spcAft>
              <a:buClr>
                <a:srgbClr val="FFFFFF"/>
              </a:buClr>
              <a:buSzPts val="2400"/>
              <a:buNone/>
              <a:defRPr sz="2400">
                <a:solidFill>
                  <a:srgbClr val="FFFFFF"/>
                </a:solidFill>
              </a:defRPr>
            </a:lvl6pPr>
            <a:lvl7pPr lvl="6" algn="ctr">
              <a:spcBef>
                <a:spcPts val="0"/>
              </a:spcBef>
              <a:spcAft>
                <a:spcPts val="0"/>
              </a:spcAft>
              <a:buClr>
                <a:srgbClr val="FFFFFF"/>
              </a:buClr>
              <a:buSzPts val="2400"/>
              <a:buNone/>
              <a:defRPr sz="2400">
                <a:solidFill>
                  <a:srgbClr val="FFFFFF"/>
                </a:solidFill>
              </a:defRPr>
            </a:lvl7pPr>
            <a:lvl8pPr lvl="7" algn="ctr">
              <a:spcBef>
                <a:spcPts val="0"/>
              </a:spcBef>
              <a:spcAft>
                <a:spcPts val="0"/>
              </a:spcAft>
              <a:buClr>
                <a:srgbClr val="FFFFFF"/>
              </a:buClr>
              <a:buSzPts val="2400"/>
              <a:buNone/>
              <a:defRPr sz="2400">
                <a:solidFill>
                  <a:srgbClr val="FFFFFF"/>
                </a:solidFill>
              </a:defRPr>
            </a:lvl8pPr>
            <a:lvl9pPr lvl="8" algn="ctr">
              <a:spcBef>
                <a:spcPts val="0"/>
              </a:spcBef>
              <a:spcAft>
                <a:spcPts val="0"/>
              </a:spcAft>
              <a:buClr>
                <a:srgbClr val="FFFFFF"/>
              </a:buClr>
              <a:buSzPts val="2400"/>
              <a:buNone/>
              <a:defRPr sz="2400">
                <a:solidFill>
                  <a:srgbClr val="FFFFFF"/>
                </a:solidFill>
              </a:defRPr>
            </a:lvl9pPr>
          </a:lstStyle>
          <a:p/>
        </p:txBody>
      </p:sp>
      <p:sp>
        <p:nvSpPr>
          <p:cNvPr id="52" name="Google Shape;52;p13"/>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6" name="Shape 56"/>
        <p:cNvGrpSpPr/>
        <p:nvPr/>
      </p:nvGrpSpPr>
      <p:grpSpPr>
        <a:xfrm>
          <a:off x="0" y="0"/>
          <a:ext cx="0" cy="0"/>
          <a:chOff x="0" y="0"/>
          <a:chExt cx="0" cy="0"/>
        </a:xfrm>
      </p:grpSpPr>
      <p:sp>
        <p:nvSpPr>
          <p:cNvPr id="57" name="Google Shape;57;p16"/>
          <p:cNvSpPr txBox="1"/>
          <p:nvPr>
            <p:ph type="title"/>
          </p:nvPr>
        </p:nvSpPr>
        <p:spPr>
          <a:xfrm>
            <a:off x="714175" y="535650"/>
            <a:ext cx="7715700" cy="5727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Clr>
                <a:schemeClr val="accent1"/>
              </a:buClr>
              <a:buSzPts val="3000"/>
              <a:buFont typeface="Jost SemiBold"/>
              <a:buNone/>
              <a:defRPr sz="3000">
                <a:solidFill>
                  <a:schemeClr val="accent1"/>
                </a:solidFill>
                <a:latin typeface="Jost SemiBold"/>
                <a:ea typeface="Jost SemiBold"/>
                <a:cs typeface="Jost SemiBold"/>
                <a:sym typeface="Jost SemiBold"/>
              </a:defRPr>
            </a:lvl1pPr>
            <a:lvl2pPr lvl="1">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2pPr>
            <a:lvl3pPr lvl="2">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3pPr>
            <a:lvl4pPr lvl="3">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4pPr>
            <a:lvl5pPr lvl="4">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5pPr>
            <a:lvl6pPr lvl="5">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6pPr>
            <a:lvl7pPr lvl="6">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7pPr>
            <a:lvl8pPr lvl="7">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8pPr>
            <a:lvl9pPr lvl="8">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9pPr>
          </a:lstStyle>
          <a:p/>
        </p:txBody>
      </p:sp>
      <p:sp>
        <p:nvSpPr>
          <p:cNvPr id="58" name="Google Shape;58;p16"/>
          <p:cNvSpPr txBox="1"/>
          <p:nvPr>
            <p:ph idx="1" type="body"/>
          </p:nvPr>
        </p:nvSpPr>
        <p:spPr>
          <a:xfrm>
            <a:off x="714175" y="1152475"/>
            <a:ext cx="7715700" cy="3416400"/>
          </a:xfrm>
          <a:prstGeom prst="rect">
            <a:avLst/>
          </a:prstGeom>
          <a:noFill/>
          <a:ln>
            <a:noFill/>
          </a:ln>
        </p:spPr>
        <p:txBody>
          <a:bodyPr anchorCtr="0" anchor="t" bIns="0" lIns="0" spcFirstLastPara="1" rIns="0" wrap="square" tIns="0">
            <a:noAutofit/>
          </a:bodyPr>
          <a:lstStyle>
            <a:lvl1pPr indent="-330200" lvl="0" marL="4572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1pPr>
            <a:lvl2pPr indent="-330200" lvl="1" marL="9144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2pPr>
            <a:lvl3pPr indent="-330200" lvl="2" marL="13716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3pPr>
            <a:lvl4pPr indent="-330200" lvl="3" marL="18288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4pPr>
            <a:lvl5pPr indent="-330200" lvl="4" marL="22860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5pPr>
            <a:lvl6pPr indent="-330200" lvl="5" marL="27432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6pPr>
            <a:lvl7pPr indent="-330200" lvl="6" marL="32004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7pPr>
            <a:lvl8pPr indent="-330200" lvl="7" marL="36576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8pPr>
            <a:lvl9pPr indent="-330200" lvl="8" marL="41148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260" name="Shape 260"/>
        <p:cNvGrpSpPr/>
        <p:nvPr/>
      </p:nvGrpSpPr>
      <p:grpSpPr>
        <a:xfrm>
          <a:off x="0" y="0"/>
          <a:ext cx="0" cy="0"/>
          <a:chOff x="0" y="0"/>
          <a:chExt cx="0" cy="0"/>
        </a:xfrm>
      </p:grpSpPr>
      <p:sp>
        <p:nvSpPr>
          <p:cNvPr id="261" name="Google Shape;261;p40"/>
          <p:cNvSpPr txBox="1"/>
          <p:nvPr>
            <p:ph type="title"/>
          </p:nvPr>
        </p:nvSpPr>
        <p:spPr>
          <a:xfrm>
            <a:off x="714175" y="535650"/>
            <a:ext cx="7715700" cy="5727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Clr>
                <a:schemeClr val="accent1"/>
              </a:buClr>
              <a:buSzPts val="3000"/>
              <a:buFont typeface="Jost SemiBold"/>
              <a:buNone/>
              <a:defRPr sz="3000">
                <a:solidFill>
                  <a:schemeClr val="accent1"/>
                </a:solidFill>
                <a:latin typeface="Jost SemiBold"/>
                <a:ea typeface="Jost SemiBold"/>
                <a:cs typeface="Jost SemiBold"/>
                <a:sym typeface="Jost SemiBold"/>
              </a:defRPr>
            </a:lvl1pPr>
            <a:lvl2pPr lvl="1">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2pPr>
            <a:lvl3pPr lvl="2">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3pPr>
            <a:lvl4pPr lvl="3">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4pPr>
            <a:lvl5pPr lvl="4">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5pPr>
            <a:lvl6pPr lvl="5">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6pPr>
            <a:lvl7pPr lvl="6">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7pPr>
            <a:lvl8pPr lvl="7">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8pPr>
            <a:lvl9pPr lvl="8">
              <a:lnSpc>
                <a:spcPct val="100000"/>
              </a:lnSpc>
              <a:spcBef>
                <a:spcPts val="0"/>
              </a:spcBef>
              <a:spcAft>
                <a:spcPts val="0"/>
              </a:spcAft>
              <a:buClr>
                <a:schemeClr val="accent1"/>
              </a:buClr>
              <a:buSzPts val="2800"/>
              <a:buFont typeface="Jost"/>
              <a:buNone/>
              <a:defRPr b="1" sz="2800">
                <a:solidFill>
                  <a:schemeClr val="accent1"/>
                </a:solidFill>
                <a:latin typeface="Jost"/>
                <a:ea typeface="Jost"/>
                <a:cs typeface="Jost"/>
                <a:sym typeface="Jost"/>
              </a:defRPr>
            </a:lvl9pPr>
          </a:lstStyle>
          <a:p/>
        </p:txBody>
      </p:sp>
      <p:sp>
        <p:nvSpPr>
          <p:cNvPr id="262" name="Google Shape;262;p40"/>
          <p:cNvSpPr txBox="1"/>
          <p:nvPr>
            <p:ph idx="1" type="body"/>
          </p:nvPr>
        </p:nvSpPr>
        <p:spPr>
          <a:xfrm>
            <a:off x="714175" y="1152475"/>
            <a:ext cx="7715700" cy="3416400"/>
          </a:xfrm>
          <a:prstGeom prst="rect">
            <a:avLst/>
          </a:prstGeom>
          <a:noFill/>
          <a:ln>
            <a:noFill/>
          </a:ln>
        </p:spPr>
        <p:txBody>
          <a:bodyPr anchorCtr="0" anchor="t" bIns="0" lIns="0" spcFirstLastPara="1" rIns="0" wrap="square" tIns="0">
            <a:noAutofit/>
          </a:bodyPr>
          <a:lstStyle>
            <a:lvl1pPr indent="-330200" lvl="0" marL="4572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1pPr>
            <a:lvl2pPr indent="-330200" lvl="1" marL="9144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2pPr>
            <a:lvl3pPr indent="-330200" lvl="2" marL="13716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3pPr>
            <a:lvl4pPr indent="-330200" lvl="3" marL="18288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4pPr>
            <a:lvl5pPr indent="-330200" lvl="4" marL="22860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5pPr>
            <a:lvl6pPr indent="-330200" lvl="5" marL="27432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6pPr>
            <a:lvl7pPr indent="-330200" lvl="6" marL="32004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7pPr>
            <a:lvl8pPr indent="-330200" lvl="7" marL="36576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8pPr>
            <a:lvl9pPr indent="-330200" lvl="8" marL="4114800">
              <a:lnSpc>
                <a:spcPct val="100000"/>
              </a:lnSpc>
              <a:spcBef>
                <a:spcPts val="0"/>
              </a:spcBef>
              <a:spcAft>
                <a:spcPts val="0"/>
              </a:spcAft>
              <a:buClr>
                <a:schemeClr val="accent1"/>
              </a:buClr>
              <a:buSzPts val="1600"/>
              <a:buFont typeface="Jost"/>
              <a:buChar char="■"/>
              <a:defRPr sz="1600">
                <a:solidFill>
                  <a:schemeClr val="accent1"/>
                </a:solidFill>
                <a:latin typeface="Jost"/>
                <a:ea typeface="Jost"/>
                <a:cs typeface="Jost"/>
                <a:sym typeface="Jost"/>
              </a:defRPr>
            </a:lvl9pPr>
          </a:lstStyle>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hyperlink" Target="http://bit.ly/2PfT4lq" TargetMode="Externa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4"/>
          <p:cNvSpPr txBox="1"/>
          <p:nvPr>
            <p:ph type="title"/>
          </p:nvPr>
        </p:nvSpPr>
        <p:spPr>
          <a:xfrm>
            <a:off x="1281300" y="1131025"/>
            <a:ext cx="6581400" cy="2565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4000"/>
              <a:t>Group 5 Midterm </a:t>
            </a:r>
            <a:r>
              <a:rPr lang="en" sz="4000"/>
              <a:t>Presentation</a:t>
            </a:r>
            <a:endParaRPr sz="4000"/>
          </a:p>
          <a:p>
            <a:pPr indent="0" lvl="0" marL="0" rtl="0" algn="ctr">
              <a:spcBef>
                <a:spcPts val="0"/>
              </a:spcBef>
              <a:spcAft>
                <a:spcPts val="0"/>
              </a:spcAft>
              <a:buNone/>
            </a:pPr>
            <a:r>
              <a:t/>
            </a:r>
            <a:endParaRPr sz="4000"/>
          </a:p>
          <a:p>
            <a:pPr indent="0" lvl="0" marL="0" rtl="0" algn="ctr">
              <a:spcBef>
                <a:spcPts val="0"/>
              </a:spcBef>
              <a:spcAft>
                <a:spcPts val="0"/>
              </a:spcAft>
              <a:buNone/>
            </a:pPr>
            <a:r>
              <a:rPr lang="en" sz="2000"/>
              <a:t>Bootstrap and Cross-Validation for Model Uncertainty in Climate Prediction Using NASA’s GISTEMP v4 data</a:t>
            </a:r>
            <a:endParaRPr sz="2000"/>
          </a:p>
        </p:txBody>
      </p:sp>
      <p:cxnSp>
        <p:nvCxnSpPr>
          <p:cNvPr id="469" name="Google Shape;469;p64"/>
          <p:cNvCxnSpPr/>
          <p:nvPr/>
        </p:nvCxnSpPr>
        <p:spPr>
          <a:xfrm>
            <a:off x="2079650" y="3754950"/>
            <a:ext cx="4984500" cy="0"/>
          </a:xfrm>
          <a:prstGeom prst="straightConnector1">
            <a:avLst/>
          </a:prstGeom>
          <a:noFill/>
          <a:ln cap="flat" cmpd="sng" w="9525">
            <a:solidFill>
              <a:schemeClr val="accent1"/>
            </a:solidFill>
            <a:prstDash val="solid"/>
            <a:round/>
            <a:headEnd len="med" w="med" type="none"/>
            <a:tailEnd len="med" w="med" type="none"/>
          </a:ln>
        </p:spPr>
      </p:cxnSp>
      <p:sp>
        <p:nvSpPr>
          <p:cNvPr id="470" name="Google Shape;470;p64"/>
          <p:cNvSpPr txBox="1"/>
          <p:nvPr/>
        </p:nvSpPr>
        <p:spPr>
          <a:xfrm>
            <a:off x="2264225" y="3897525"/>
            <a:ext cx="48579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Jost"/>
                <a:ea typeface="Jost"/>
                <a:cs typeface="Jost"/>
                <a:sym typeface="Jost"/>
              </a:rPr>
              <a:t>Cesar Vasquez, Brendan Gunther, Dustin Smith</a:t>
            </a:r>
            <a:endParaRPr sz="1600">
              <a:solidFill>
                <a:schemeClr val="accent1"/>
              </a:solidFill>
              <a:latin typeface="Jost"/>
              <a:ea typeface="Jost"/>
              <a:cs typeface="Jost"/>
              <a:sym typeface="Jos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5"/>
          <p:cNvSpPr txBox="1"/>
          <p:nvPr>
            <p:ph type="title"/>
          </p:nvPr>
        </p:nvSpPr>
        <p:spPr>
          <a:xfrm>
            <a:off x="730825" y="535650"/>
            <a:ext cx="7682400" cy="467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Objectives</a:t>
            </a:r>
            <a:endParaRPr/>
          </a:p>
        </p:txBody>
      </p:sp>
      <p:cxnSp>
        <p:nvCxnSpPr>
          <p:cNvPr id="476" name="Google Shape;476;p65"/>
          <p:cNvCxnSpPr/>
          <p:nvPr/>
        </p:nvCxnSpPr>
        <p:spPr>
          <a:xfrm>
            <a:off x="3141450" y="1033750"/>
            <a:ext cx="2861100" cy="0"/>
          </a:xfrm>
          <a:prstGeom prst="straightConnector1">
            <a:avLst/>
          </a:prstGeom>
          <a:noFill/>
          <a:ln cap="flat" cmpd="sng" w="9525">
            <a:solidFill>
              <a:schemeClr val="accent1"/>
            </a:solidFill>
            <a:prstDash val="solid"/>
            <a:round/>
            <a:headEnd len="med" w="med" type="none"/>
            <a:tailEnd len="med" w="med" type="none"/>
          </a:ln>
        </p:spPr>
      </p:cxnSp>
      <p:sp>
        <p:nvSpPr>
          <p:cNvPr id="477" name="Google Shape;477;p65"/>
          <p:cNvSpPr txBox="1"/>
          <p:nvPr>
            <p:ph idx="1" type="body"/>
          </p:nvPr>
        </p:nvSpPr>
        <p:spPr>
          <a:xfrm>
            <a:off x="525925" y="1492475"/>
            <a:ext cx="8013000" cy="3155100"/>
          </a:xfrm>
          <a:prstGeom prst="rect">
            <a:avLst/>
          </a:prstGeom>
        </p:spPr>
        <p:txBody>
          <a:bodyPr anchorCtr="0" anchor="t" bIns="0" lIns="0" spcFirstLastPara="1" rIns="0" wrap="square" tIns="0">
            <a:noAutofit/>
          </a:bodyPr>
          <a:lstStyle/>
          <a:p>
            <a:pPr indent="-330200" lvl="0" marL="457200" rtl="0" algn="l">
              <a:spcBef>
                <a:spcPts val="0"/>
              </a:spcBef>
              <a:spcAft>
                <a:spcPts val="0"/>
              </a:spcAft>
              <a:buSzPts val="1600"/>
              <a:buChar char="●"/>
            </a:pPr>
            <a:r>
              <a:rPr lang="en"/>
              <a:t>Evaluate forecasting performance of ML models vs. SARIMA</a:t>
            </a:r>
            <a:br>
              <a:rPr lang="en"/>
            </a:br>
            <a:endParaRPr/>
          </a:p>
          <a:p>
            <a:pPr indent="-330200" lvl="0" marL="457200" rtl="0" algn="l">
              <a:spcBef>
                <a:spcPts val="0"/>
              </a:spcBef>
              <a:spcAft>
                <a:spcPts val="0"/>
              </a:spcAft>
              <a:buSzPts val="1600"/>
              <a:buChar char="●"/>
            </a:pPr>
            <a:r>
              <a:rPr lang="en"/>
              <a:t>Use NASA GISTEMP v4 global temperature anomalies</a:t>
            </a:r>
            <a:br>
              <a:rPr lang="en"/>
            </a:br>
            <a:endParaRPr/>
          </a:p>
          <a:p>
            <a:pPr indent="-330200" lvl="0" marL="457200" rtl="0" algn="l">
              <a:spcBef>
                <a:spcPts val="0"/>
              </a:spcBef>
              <a:spcAft>
                <a:spcPts val="0"/>
              </a:spcAft>
              <a:buSzPts val="1600"/>
              <a:buChar char="●"/>
            </a:pPr>
            <a:r>
              <a:rPr lang="en"/>
              <a:t>Apply cross-validation for model tuning</a:t>
            </a:r>
            <a:br>
              <a:rPr lang="en"/>
            </a:br>
            <a:endParaRPr/>
          </a:p>
          <a:p>
            <a:pPr indent="-330200" lvl="0" marL="457200" rtl="0" algn="l">
              <a:spcBef>
                <a:spcPts val="0"/>
              </a:spcBef>
              <a:spcAft>
                <a:spcPts val="0"/>
              </a:spcAft>
              <a:buSzPts val="1600"/>
              <a:buChar char="●"/>
            </a:pPr>
            <a:r>
              <a:rPr lang="en"/>
              <a:t>Use bootstrap methods to quantify uncertainty</a:t>
            </a:r>
            <a:br>
              <a:rPr lang="en"/>
            </a:br>
            <a:endParaRPr/>
          </a:p>
          <a:p>
            <a:pPr indent="-330200" lvl="0" marL="457200" rtl="0" algn="l">
              <a:spcBef>
                <a:spcPts val="0"/>
              </a:spcBef>
              <a:spcAft>
                <a:spcPts val="0"/>
              </a:spcAft>
              <a:buSzPts val="1600"/>
              <a:buChar char="●"/>
            </a:pPr>
            <a:r>
              <a:rPr lang="en"/>
              <a:t>Statistically compare predictive accuracy across models</a:t>
            </a:r>
            <a:endParaRPr/>
          </a:p>
          <a:p>
            <a:pPr indent="0" lvl="0" marL="341342" rtl="0" algn="l">
              <a:spcBef>
                <a:spcPts val="1000"/>
              </a:spcBef>
              <a:spcAft>
                <a:spcPts val="10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6"/>
          <p:cNvSpPr txBox="1"/>
          <p:nvPr>
            <p:ph type="title"/>
          </p:nvPr>
        </p:nvSpPr>
        <p:spPr>
          <a:xfrm>
            <a:off x="730800" y="309450"/>
            <a:ext cx="7682400" cy="7899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t>The</a:t>
            </a:r>
            <a:r>
              <a:rPr lang="en" sz="2400"/>
              <a:t> GISTEMP v4 Data Set </a:t>
            </a:r>
            <a:endParaRPr sz="2400"/>
          </a:p>
          <a:p>
            <a:pPr indent="0" lvl="0" marL="0" rtl="0" algn="ctr">
              <a:spcBef>
                <a:spcPts val="0"/>
              </a:spcBef>
              <a:spcAft>
                <a:spcPts val="0"/>
              </a:spcAft>
              <a:buNone/>
            </a:pPr>
            <a:r>
              <a:rPr lang="en" sz="2400"/>
              <a:t>Processing and Cleaning</a:t>
            </a:r>
            <a:endParaRPr sz="2400"/>
          </a:p>
        </p:txBody>
      </p:sp>
      <p:cxnSp>
        <p:nvCxnSpPr>
          <p:cNvPr id="483" name="Google Shape;483;p66"/>
          <p:cNvCxnSpPr/>
          <p:nvPr/>
        </p:nvCxnSpPr>
        <p:spPr>
          <a:xfrm>
            <a:off x="3141450" y="1033750"/>
            <a:ext cx="2861100" cy="0"/>
          </a:xfrm>
          <a:prstGeom prst="straightConnector1">
            <a:avLst/>
          </a:prstGeom>
          <a:noFill/>
          <a:ln cap="flat" cmpd="sng" w="9525">
            <a:solidFill>
              <a:schemeClr val="accent1"/>
            </a:solidFill>
            <a:prstDash val="solid"/>
            <a:round/>
            <a:headEnd len="med" w="med" type="none"/>
            <a:tailEnd len="med" w="med" type="none"/>
          </a:ln>
        </p:spPr>
      </p:cxnSp>
      <p:sp>
        <p:nvSpPr>
          <p:cNvPr id="484" name="Google Shape;484;p66"/>
          <p:cNvSpPr txBox="1"/>
          <p:nvPr/>
        </p:nvSpPr>
        <p:spPr>
          <a:xfrm>
            <a:off x="311600" y="1206725"/>
            <a:ext cx="4965000" cy="14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Jost"/>
                <a:ea typeface="Jost"/>
                <a:cs typeface="Jost"/>
                <a:sym typeface="Jost"/>
              </a:rPr>
              <a:t>The GISTEMP v4 data set contains </a:t>
            </a:r>
            <a:r>
              <a:rPr lang="en" sz="1600">
                <a:solidFill>
                  <a:schemeClr val="accent1"/>
                </a:solidFill>
                <a:latin typeface="Jost"/>
                <a:ea typeface="Jost"/>
                <a:cs typeface="Jost"/>
                <a:sym typeface="Jost"/>
              </a:rPr>
              <a:t>global, southern, and northern hemisphere </a:t>
            </a:r>
            <a:r>
              <a:rPr lang="en" sz="1600">
                <a:solidFill>
                  <a:schemeClr val="accent1"/>
                </a:solidFill>
                <a:latin typeface="Jost"/>
                <a:ea typeface="Jost"/>
                <a:cs typeface="Jost"/>
                <a:sym typeface="Jost"/>
              </a:rPr>
              <a:t>temperature C° anomalies (</a:t>
            </a:r>
            <a:r>
              <a:rPr lang="en" sz="1600">
                <a:solidFill>
                  <a:schemeClr val="accent1"/>
                </a:solidFill>
                <a:latin typeface="Jost"/>
                <a:ea typeface="Jost"/>
                <a:cs typeface="Jost"/>
                <a:sym typeface="Jost"/>
              </a:rPr>
              <a:t>departures</a:t>
            </a:r>
            <a:r>
              <a:rPr lang="en" sz="1600">
                <a:solidFill>
                  <a:schemeClr val="accent1"/>
                </a:solidFill>
                <a:latin typeface="Jost"/>
                <a:ea typeface="Jost"/>
                <a:cs typeface="Jost"/>
                <a:sym typeface="Jost"/>
              </a:rPr>
              <a:t> from the baseline 47</a:t>
            </a:r>
            <a:r>
              <a:rPr lang="en" sz="1600">
                <a:solidFill>
                  <a:schemeClr val="accent1"/>
                </a:solidFill>
                <a:latin typeface="Jost"/>
                <a:ea typeface="Jost"/>
                <a:cs typeface="Jost"/>
                <a:sym typeface="Jost"/>
              </a:rPr>
              <a:t>C°</a:t>
            </a:r>
            <a:r>
              <a:rPr lang="en" sz="1600">
                <a:solidFill>
                  <a:schemeClr val="accent1"/>
                </a:solidFill>
                <a:latin typeface="Jost"/>
                <a:ea typeface="Jost"/>
                <a:cs typeface="Jost"/>
                <a:sym typeface="Jost"/>
              </a:rPr>
              <a:t> ) from 1880-2025. The data contains 19 parameters and 149 observations for each </a:t>
            </a:r>
            <a:r>
              <a:rPr lang="en" sz="1600">
                <a:solidFill>
                  <a:schemeClr val="accent1"/>
                </a:solidFill>
                <a:latin typeface="Jost"/>
                <a:ea typeface="Jost"/>
                <a:cs typeface="Jost"/>
                <a:sym typeface="Jost"/>
              </a:rPr>
              <a:t>region</a:t>
            </a:r>
            <a:r>
              <a:rPr lang="en" sz="1600">
                <a:solidFill>
                  <a:schemeClr val="accent1"/>
                </a:solidFill>
                <a:latin typeface="Jost"/>
                <a:ea typeface="Jost"/>
                <a:cs typeface="Jost"/>
                <a:sym typeface="Jost"/>
              </a:rPr>
              <a:t>. </a:t>
            </a:r>
            <a:endParaRPr sz="1600">
              <a:solidFill>
                <a:schemeClr val="accent1"/>
              </a:solidFill>
              <a:latin typeface="Jost"/>
              <a:ea typeface="Jost"/>
              <a:cs typeface="Jost"/>
              <a:sym typeface="Jost"/>
            </a:endParaRPr>
          </a:p>
        </p:txBody>
      </p:sp>
      <p:pic>
        <p:nvPicPr>
          <p:cNvPr id="485" name="Google Shape;485;p66"/>
          <p:cNvPicPr preferRelativeResize="0"/>
          <p:nvPr/>
        </p:nvPicPr>
        <p:blipFill>
          <a:blip r:embed="rId3">
            <a:alphaModFix/>
          </a:blip>
          <a:stretch>
            <a:fillRect/>
          </a:stretch>
        </p:blipFill>
        <p:spPr>
          <a:xfrm>
            <a:off x="5333000" y="1443075"/>
            <a:ext cx="3608999" cy="1882950"/>
          </a:xfrm>
          <a:prstGeom prst="rect">
            <a:avLst/>
          </a:prstGeom>
          <a:noFill/>
          <a:ln>
            <a:noFill/>
          </a:ln>
        </p:spPr>
      </p:pic>
      <p:pic>
        <p:nvPicPr>
          <p:cNvPr id="486" name="Google Shape;486;p66"/>
          <p:cNvPicPr preferRelativeResize="0"/>
          <p:nvPr/>
        </p:nvPicPr>
        <p:blipFill>
          <a:blip r:embed="rId4">
            <a:alphaModFix/>
          </a:blip>
          <a:stretch>
            <a:fillRect/>
          </a:stretch>
        </p:blipFill>
        <p:spPr>
          <a:xfrm>
            <a:off x="5333000" y="3326025"/>
            <a:ext cx="3609001" cy="1724925"/>
          </a:xfrm>
          <a:prstGeom prst="rect">
            <a:avLst/>
          </a:prstGeom>
          <a:noFill/>
          <a:ln>
            <a:noFill/>
          </a:ln>
        </p:spPr>
      </p:pic>
      <p:sp>
        <p:nvSpPr>
          <p:cNvPr id="487" name="Google Shape;487;p66"/>
          <p:cNvSpPr txBox="1"/>
          <p:nvPr/>
        </p:nvSpPr>
        <p:spPr>
          <a:xfrm>
            <a:off x="549725" y="2814050"/>
            <a:ext cx="4595700" cy="196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accent1"/>
                </a:solidFill>
                <a:latin typeface="Jost"/>
                <a:ea typeface="Jost"/>
                <a:cs typeface="Jost"/>
                <a:sym typeface="Jost"/>
              </a:rPr>
              <a:t>Target</a:t>
            </a:r>
            <a:r>
              <a:rPr lang="en" sz="1600">
                <a:solidFill>
                  <a:schemeClr val="accent1"/>
                </a:solidFill>
                <a:latin typeface="Jost"/>
                <a:ea typeface="Jost"/>
                <a:cs typeface="Jost"/>
                <a:sym typeface="Jost"/>
              </a:rPr>
              <a:t> – Averaged Yearly anomalies (Jan - Dec)</a:t>
            </a:r>
            <a:endParaRPr sz="16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a:p>
            <a:pPr indent="0" lvl="0" marL="0" rtl="0" algn="l">
              <a:spcBef>
                <a:spcPts val="0"/>
              </a:spcBef>
              <a:spcAft>
                <a:spcPts val="0"/>
              </a:spcAft>
              <a:buNone/>
            </a:pPr>
            <a:r>
              <a:rPr lang="en" sz="1600" u="sng">
                <a:solidFill>
                  <a:schemeClr val="accent1"/>
                </a:solidFill>
                <a:latin typeface="Jost"/>
                <a:ea typeface="Jost"/>
                <a:cs typeface="Jost"/>
                <a:sym typeface="Jost"/>
              </a:rPr>
              <a:t>Parameters</a:t>
            </a:r>
            <a:r>
              <a:rPr lang="en" sz="1600" u="sng">
                <a:solidFill>
                  <a:schemeClr val="accent1"/>
                </a:solidFill>
                <a:latin typeface="Jost"/>
                <a:ea typeface="Jost"/>
                <a:cs typeface="Jost"/>
                <a:sym typeface="Jost"/>
              </a:rPr>
              <a:t>:</a:t>
            </a:r>
            <a:endParaRPr sz="1600" u="sng">
              <a:solidFill>
                <a:schemeClr val="accent1"/>
              </a:solidFill>
              <a:latin typeface="Jost"/>
              <a:ea typeface="Jost"/>
              <a:cs typeface="Jost"/>
              <a:sym typeface="Jost"/>
            </a:endParaRPr>
          </a:p>
          <a:p>
            <a:pPr indent="0" lvl="0" marL="0" rtl="0" algn="l">
              <a:spcBef>
                <a:spcPts val="0"/>
              </a:spcBef>
              <a:spcAft>
                <a:spcPts val="0"/>
              </a:spcAft>
              <a:buNone/>
            </a:pPr>
            <a:r>
              <a:rPr lang="en" sz="1600">
                <a:solidFill>
                  <a:schemeClr val="accent1"/>
                </a:solidFill>
                <a:latin typeface="Jost"/>
                <a:ea typeface="Jost"/>
                <a:cs typeface="Jost"/>
                <a:sym typeface="Jost"/>
              </a:rPr>
              <a:t>	Monthly anomalies</a:t>
            </a:r>
            <a:endParaRPr sz="1600">
              <a:solidFill>
                <a:schemeClr val="accent1"/>
              </a:solidFill>
              <a:latin typeface="Jost"/>
              <a:ea typeface="Jost"/>
              <a:cs typeface="Jost"/>
              <a:sym typeface="Jost"/>
            </a:endParaRPr>
          </a:p>
          <a:p>
            <a:pPr indent="0" lvl="0" marL="0" rtl="0" algn="l">
              <a:spcBef>
                <a:spcPts val="0"/>
              </a:spcBef>
              <a:spcAft>
                <a:spcPts val="0"/>
              </a:spcAft>
              <a:buNone/>
            </a:pPr>
            <a:r>
              <a:rPr lang="en" sz="1600">
                <a:solidFill>
                  <a:schemeClr val="accent1"/>
                </a:solidFill>
                <a:latin typeface="Jost"/>
                <a:ea typeface="Jost"/>
                <a:cs typeface="Jost"/>
                <a:sym typeface="Jost"/>
              </a:rPr>
              <a:t>	Seasonal anomalies (Averaged for 3 months)</a:t>
            </a:r>
            <a:endParaRPr sz="1600">
              <a:solidFill>
                <a:schemeClr val="accent1"/>
              </a:solidFill>
              <a:latin typeface="Jost"/>
              <a:ea typeface="Jost"/>
              <a:cs typeface="Jost"/>
              <a:sym typeface="Jost"/>
            </a:endParaRPr>
          </a:p>
          <a:p>
            <a:pPr indent="0" lvl="0" marL="0" rtl="0" algn="l">
              <a:spcBef>
                <a:spcPts val="0"/>
              </a:spcBef>
              <a:spcAft>
                <a:spcPts val="0"/>
              </a:spcAft>
              <a:buNone/>
            </a:pPr>
            <a:r>
              <a:rPr lang="en" sz="1600">
                <a:solidFill>
                  <a:schemeClr val="accent1"/>
                </a:solidFill>
                <a:latin typeface="Jost"/>
                <a:ea typeface="Jost"/>
                <a:cs typeface="Jost"/>
                <a:sym typeface="Jost"/>
              </a:rPr>
              <a:t>	</a:t>
            </a:r>
            <a:r>
              <a:rPr lang="en" sz="1600">
                <a:solidFill>
                  <a:schemeClr val="accent1"/>
                </a:solidFill>
                <a:latin typeface="Jost"/>
                <a:ea typeface="Jost"/>
                <a:cs typeface="Jost"/>
                <a:sym typeface="Jost"/>
              </a:rPr>
              <a:t>Meteorological</a:t>
            </a:r>
            <a:r>
              <a:rPr lang="en" sz="1600">
                <a:solidFill>
                  <a:schemeClr val="accent1"/>
                </a:solidFill>
                <a:latin typeface="Jost"/>
                <a:ea typeface="Jost"/>
                <a:cs typeface="Jost"/>
                <a:sym typeface="Jost"/>
              </a:rPr>
              <a:t> yearly anomalies (Dec - Nov)</a:t>
            </a:r>
            <a:endParaRPr sz="1600">
              <a:solidFill>
                <a:schemeClr val="accent1"/>
              </a:solidFill>
              <a:latin typeface="Jost"/>
              <a:ea typeface="Jost"/>
              <a:cs typeface="Jost"/>
              <a:sym typeface="Jost"/>
            </a:endParaRPr>
          </a:p>
          <a:p>
            <a:pPr indent="0" lvl="0" marL="0" rtl="0" algn="l">
              <a:spcBef>
                <a:spcPts val="0"/>
              </a:spcBef>
              <a:spcAft>
                <a:spcPts val="0"/>
              </a:spcAft>
              <a:buNone/>
            </a:pPr>
            <a:r>
              <a:rPr lang="en" sz="1600">
                <a:solidFill>
                  <a:schemeClr val="accent1"/>
                </a:solidFill>
                <a:latin typeface="Jost"/>
                <a:ea typeface="Jost"/>
                <a:cs typeface="Jost"/>
                <a:sym typeface="Jost"/>
              </a:rPr>
              <a:t>	Year</a:t>
            </a:r>
            <a:endParaRPr sz="16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7"/>
          <p:cNvSpPr txBox="1"/>
          <p:nvPr>
            <p:ph type="title"/>
          </p:nvPr>
        </p:nvSpPr>
        <p:spPr>
          <a:xfrm>
            <a:off x="730825" y="535650"/>
            <a:ext cx="7682400" cy="467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t>Baseline </a:t>
            </a:r>
            <a:r>
              <a:rPr lang="en" sz="2400"/>
              <a:t>Modeling with SARIMA (Classical </a:t>
            </a:r>
            <a:r>
              <a:rPr lang="en" sz="2400"/>
              <a:t>Statistics</a:t>
            </a:r>
            <a:r>
              <a:rPr lang="en" sz="2400"/>
              <a:t>)</a:t>
            </a:r>
            <a:endParaRPr sz="2400"/>
          </a:p>
        </p:txBody>
      </p:sp>
      <p:cxnSp>
        <p:nvCxnSpPr>
          <p:cNvPr id="493" name="Google Shape;493;p67"/>
          <p:cNvCxnSpPr/>
          <p:nvPr/>
        </p:nvCxnSpPr>
        <p:spPr>
          <a:xfrm>
            <a:off x="3141450" y="1033750"/>
            <a:ext cx="2861100" cy="0"/>
          </a:xfrm>
          <a:prstGeom prst="straightConnector1">
            <a:avLst/>
          </a:prstGeom>
          <a:noFill/>
          <a:ln cap="flat" cmpd="sng" w="9525">
            <a:solidFill>
              <a:schemeClr val="accent1"/>
            </a:solidFill>
            <a:prstDash val="solid"/>
            <a:round/>
            <a:headEnd len="med" w="med" type="none"/>
            <a:tailEnd len="med" w="med" type="none"/>
          </a:ln>
        </p:spPr>
      </p:cxnSp>
      <p:sp>
        <p:nvSpPr>
          <p:cNvPr id="494" name="Google Shape;494;p67"/>
          <p:cNvSpPr txBox="1"/>
          <p:nvPr/>
        </p:nvSpPr>
        <p:spPr>
          <a:xfrm>
            <a:off x="100850" y="1163775"/>
            <a:ext cx="8955000" cy="46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1"/>
                </a:solidFill>
                <a:latin typeface="Jost"/>
                <a:ea typeface="Jost"/>
                <a:cs typeface="Jost"/>
                <a:sym typeface="Jost"/>
              </a:rPr>
              <a:t>Two </a:t>
            </a:r>
            <a:r>
              <a:rPr lang="en" sz="1600">
                <a:solidFill>
                  <a:schemeClr val="accent1"/>
                </a:solidFill>
                <a:latin typeface="Jost"/>
                <a:ea typeface="Jost"/>
                <a:cs typeface="Jost"/>
                <a:sym typeface="Jost"/>
              </a:rPr>
              <a:t>different</a:t>
            </a:r>
            <a:r>
              <a:rPr lang="en" sz="1600">
                <a:solidFill>
                  <a:schemeClr val="accent1"/>
                </a:solidFill>
                <a:latin typeface="Jost"/>
                <a:ea typeface="Jost"/>
                <a:cs typeface="Jost"/>
                <a:sym typeface="Jost"/>
              </a:rPr>
              <a:t> models were chosen for use as a baseline for a </a:t>
            </a:r>
            <a:r>
              <a:rPr lang="en" sz="1600">
                <a:solidFill>
                  <a:schemeClr val="accent1"/>
                </a:solidFill>
                <a:latin typeface="Jost"/>
                <a:ea typeface="Jost"/>
                <a:cs typeface="Jost"/>
                <a:sym typeface="Jost"/>
              </a:rPr>
              <a:t>comparison</a:t>
            </a:r>
            <a:r>
              <a:rPr lang="en" sz="1600">
                <a:solidFill>
                  <a:schemeClr val="accent1"/>
                </a:solidFill>
                <a:latin typeface="Jost"/>
                <a:ea typeface="Jost"/>
                <a:cs typeface="Jost"/>
                <a:sym typeface="Jost"/>
              </a:rPr>
              <a:t> for modern methods. </a:t>
            </a:r>
            <a:endParaRPr sz="1600">
              <a:solidFill>
                <a:schemeClr val="accent1"/>
              </a:solidFill>
              <a:latin typeface="Jost"/>
              <a:ea typeface="Jost"/>
              <a:cs typeface="Jost"/>
              <a:sym typeface="Jost"/>
            </a:endParaRPr>
          </a:p>
        </p:txBody>
      </p:sp>
      <p:graphicFrame>
        <p:nvGraphicFramePr>
          <p:cNvPr id="495" name="Google Shape;495;p67"/>
          <p:cNvGraphicFramePr/>
          <p:nvPr/>
        </p:nvGraphicFramePr>
        <p:xfrm>
          <a:off x="212450" y="1630875"/>
          <a:ext cx="3000000" cy="3000000"/>
        </p:xfrm>
        <a:graphic>
          <a:graphicData uri="http://schemas.openxmlformats.org/drawingml/2006/table">
            <a:tbl>
              <a:tblPr>
                <a:noFill/>
                <a:tableStyleId>{8BDD0F2E-0E2E-4E34-956D-0EB346A945BF}</a:tableStyleId>
              </a:tblPr>
              <a:tblGrid>
                <a:gridCol w="4396575"/>
                <a:gridCol w="4396575"/>
              </a:tblGrid>
              <a:tr h="3215900">
                <a:tc>
                  <a:txBody>
                    <a:bodyPr/>
                    <a:lstStyle/>
                    <a:p>
                      <a:pPr indent="0" lvl="0" marL="0" rtl="0" algn="l">
                        <a:spcBef>
                          <a:spcPts val="0"/>
                        </a:spcBef>
                        <a:spcAft>
                          <a:spcPts val="0"/>
                        </a:spcAft>
                        <a:buNone/>
                      </a:pPr>
                      <a:r>
                        <a:rPr b="1" lang="en"/>
                        <a:t>Model 1:</a:t>
                      </a:r>
                      <a:r>
                        <a:rPr lang="en"/>
                        <a:t> </a:t>
                      </a:r>
                      <a:r>
                        <a:rPr lang="en" sz="1200"/>
                        <a:t>Assessing fit over all monthly parameters.</a:t>
                      </a:r>
                      <a:r>
                        <a:rPr lang="en"/>
                        <a:t> </a:t>
                      </a:r>
                      <a:endParaRPr sz="1200"/>
                    </a:p>
                    <a:p>
                      <a:pPr indent="0" lvl="0" marL="0" rtl="0" algn="l">
                        <a:spcBef>
                          <a:spcPts val="0"/>
                        </a:spcBef>
                        <a:spcAft>
                          <a:spcPts val="0"/>
                        </a:spcAft>
                        <a:buNone/>
                      </a:pPr>
                      <a:r>
                        <a:rPr lang="en" sz="1200"/>
                        <a:t>SARIMA(2,1,1)x(1,1,1)x12 with drift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Model 2:</a:t>
                      </a:r>
                      <a:r>
                        <a:rPr lang="en"/>
                        <a:t> </a:t>
                      </a:r>
                      <a:r>
                        <a:rPr lang="en" sz="1200"/>
                        <a:t>Assessing fit over yearly average only.</a:t>
                      </a:r>
                      <a:r>
                        <a:rPr lang="en"/>
                        <a:t> </a:t>
                      </a:r>
                      <a:endParaRPr/>
                    </a:p>
                    <a:p>
                      <a:pPr indent="0" lvl="0" marL="0" rtl="0" algn="l">
                        <a:spcBef>
                          <a:spcPts val="0"/>
                        </a:spcBef>
                        <a:spcAft>
                          <a:spcPts val="0"/>
                        </a:spcAft>
                        <a:buNone/>
                      </a:pPr>
                      <a:r>
                        <a:rPr lang="en" sz="1000"/>
                        <a:t>*</a:t>
                      </a:r>
                      <a:r>
                        <a:rPr lang="en" sz="1000"/>
                        <a:t>Note: This is essentially a 12 month moving average of the model 1. *</a:t>
                      </a:r>
                      <a:endParaRPr sz="1100"/>
                    </a:p>
                    <a:p>
                      <a:pPr indent="0" lvl="0" marL="0" rtl="0" algn="l">
                        <a:spcBef>
                          <a:spcPts val="0"/>
                        </a:spcBef>
                        <a:spcAft>
                          <a:spcPts val="0"/>
                        </a:spcAft>
                        <a:buNone/>
                      </a:pPr>
                      <a:r>
                        <a:rPr lang="en" sz="1200">
                          <a:latin typeface="Cambria Math"/>
                          <a:ea typeface="Cambria Math"/>
                          <a:cs typeface="Cambria Math"/>
                          <a:sym typeface="Cambria Math"/>
                        </a:rPr>
                        <a:t>ARIMA(3,1,1) </a:t>
                      </a:r>
                      <a:r>
                        <a:rPr lang="en" sz="1200"/>
                        <a:t>with drift</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r>
            </a:tbl>
          </a:graphicData>
        </a:graphic>
      </p:graphicFrame>
      <p:pic>
        <p:nvPicPr>
          <p:cNvPr id="496" name="Google Shape;496;p67"/>
          <p:cNvPicPr preferRelativeResize="0"/>
          <p:nvPr/>
        </p:nvPicPr>
        <p:blipFill>
          <a:blip r:embed="rId3">
            <a:alphaModFix/>
          </a:blip>
          <a:stretch>
            <a:fillRect/>
          </a:stretch>
        </p:blipFill>
        <p:spPr>
          <a:xfrm>
            <a:off x="256725" y="2750500"/>
            <a:ext cx="3066774" cy="2096275"/>
          </a:xfrm>
          <a:prstGeom prst="rect">
            <a:avLst/>
          </a:prstGeom>
          <a:noFill/>
          <a:ln>
            <a:noFill/>
          </a:ln>
        </p:spPr>
      </p:pic>
      <p:pic>
        <p:nvPicPr>
          <p:cNvPr id="497" name="Google Shape;497;p67"/>
          <p:cNvPicPr preferRelativeResize="0"/>
          <p:nvPr/>
        </p:nvPicPr>
        <p:blipFill>
          <a:blip r:embed="rId4">
            <a:alphaModFix/>
          </a:blip>
          <a:stretch>
            <a:fillRect/>
          </a:stretch>
        </p:blipFill>
        <p:spPr>
          <a:xfrm>
            <a:off x="4609025" y="2750500"/>
            <a:ext cx="3101069" cy="2096276"/>
          </a:xfrm>
          <a:prstGeom prst="rect">
            <a:avLst/>
          </a:prstGeom>
          <a:noFill/>
          <a:ln>
            <a:noFill/>
          </a:ln>
        </p:spPr>
      </p:pic>
      <p:pic>
        <p:nvPicPr>
          <p:cNvPr id="498" name="Google Shape;498;p67"/>
          <p:cNvPicPr preferRelativeResize="0"/>
          <p:nvPr/>
        </p:nvPicPr>
        <p:blipFill>
          <a:blip r:embed="rId5">
            <a:alphaModFix/>
          </a:blip>
          <a:stretch>
            <a:fillRect/>
          </a:stretch>
        </p:blipFill>
        <p:spPr>
          <a:xfrm>
            <a:off x="4721225" y="2411400"/>
            <a:ext cx="3307251" cy="151800"/>
          </a:xfrm>
          <a:prstGeom prst="rect">
            <a:avLst/>
          </a:prstGeom>
          <a:noFill/>
          <a:ln>
            <a:noFill/>
          </a:ln>
        </p:spPr>
      </p:pic>
      <p:pic>
        <p:nvPicPr>
          <p:cNvPr id="499" name="Google Shape;499;p67"/>
          <p:cNvPicPr preferRelativeResize="0"/>
          <p:nvPr/>
        </p:nvPicPr>
        <p:blipFill>
          <a:blip r:embed="rId6">
            <a:alphaModFix/>
          </a:blip>
          <a:stretch>
            <a:fillRect/>
          </a:stretch>
        </p:blipFill>
        <p:spPr>
          <a:xfrm>
            <a:off x="212450" y="2411400"/>
            <a:ext cx="4008599" cy="125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8"/>
          <p:cNvSpPr txBox="1"/>
          <p:nvPr>
            <p:ph type="title"/>
          </p:nvPr>
        </p:nvSpPr>
        <p:spPr>
          <a:xfrm>
            <a:off x="730800" y="148700"/>
            <a:ext cx="7682400" cy="467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t>Modeling: Regression</a:t>
            </a:r>
            <a:endParaRPr sz="2400"/>
          </a:p>
        </p:txBody>
      </p:sp>
      <p:cxnSp>
        <p:nvCxnSpPr>
          <p:cNvPr id="505" name="Google Shape;505;p68"/>
          <p:cNvCxnSpPr/>
          <p:nvPr/>
        </p:nvCxnSpPr>
        <p:spPr>
          <a:xfrm>
            <a:off x="3091850" y="615800"/>
            <a:ext cx="2861100" cy="0"/>
          </a:xfrm>
          <a:prstGeom prst="straightConnector1">
            <a:avLst/>
          </a:prstGeom>
          <a:noFill/>
          <a:ln cap="flat" cmpd="sng" w="9525">
            <a:solidFill>
              <a:schemeClr val="accent1"/>
            </a:solidFill>
            <a:prstDash val="solid"/>
            <a:round/>
            <a:headEnd len="med" w="med" type="none"/>
            <a:tailEnd len="med" w="med" type="none"/>
          </a:ln>
        </p:spPr>
      </p:cxnSp>
      <p:pic>
        <p:nvPicPr>
          <p:cNvPr id="506" name="Google Shape;506;p68"/>
          <p:cNvPicPr preferRelativeResize="0"/>
          <p:nvPr/>
        </p:nvPicPr>
        <p:blipFill>
          <a:blip r:embed="rId3">
            <a:alphaModFix/>
          </a:blip>
          <a:stretch>
            <a:fillRect/>
          </a:stretch>
        </p:blipFill>
        <p:spPr>
          <a:xfrm>
            <a:off x="164175" y="1209325"/>
            <a:ext cx="1446751" cy="423850"/>
          </a:xfrm>
          <a:prstGeom prst="rect">
            <a:avLst/>
          </a:prstGeom>
          <a:noFill/>
          <a:ln>
            <a:noFill/>
          </a:ln>
        </p:spPr>
      </p:pic>
      <p:sp>
        <p:nvSpPr>
          <p:cNvPr id="507" name="Google Shape;507;p68"/>
          <p:cNvSpPr txBox="1"/>
          <p:nvPr/>
        </p:nvSpPr>
        <p:spPr>
          <a:xfrm>
            <a:off x="102300" y="615800"/>
            <a:ext cx="3561900" cy="15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Jost"/>
                <a:ea typeface="Jost"/>
                <a:cs typeface="Jost"/>
                <a:sym typeface="Jost"/>
              </a:rPr>
              <a:t>Multiple regression where X</a:t>
            </a:r>
            <a:r>
              <a:rPr baseline="-25000" lang="en">
                <a:solidFill>
                  <a:schemeClr val="accent1"/>
                </a:solidFill>
                <a:latin typeface="Jost"/>
                <a:ea typeface="Jost"/>
                <a:cs typeface="Jost"/>
                <a:sym typeface="Jost"/>
              </a:rPr>
              <a:t>ij</a:t>
            </a:r>
            <a:r>
              <a:rPr lang="en">
                <a:solidFill>
                  <a:schemeClr val="accent1"/>
                </a:solidFill>
                <a:latin typeface="Jost"/>
                <a:ea typeface="Jost"/>
                <a:cs typeface="Jost"/>
                <a:sym typeface="Jost"/>
              </a:rPr>
              <a:t> = month anomalies:</a:t>
            </a:r>
            <a:endParaRPr>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a:p>
            <a:pPr indent="0" lvl="0" marL="0" rtl="0" algn="l">
              <a:spcBef>
                <a:spcPts val="0"/>
              </a:spcBef>
              <a:spcAft>
                <a:spcPts val="0"/>
              </a:spcAft>
              <a:buNone/>
            </a:pPr>
            <a:r>
              <a:rPr lang="en">
                <a:solidFill>
                  <a:schemeClr val="accent1"/>
                </a:solidFill>
                <a:latin typeface="Jost"/>
                <a:ea typeface="Jost"/>
                <a:cs typeface="Jost"/>
                <a:sym typeface="Jost"/>
              </a:rPr>
              <a:t>Everything is significant!</a:t>
            </a:r>
            <a:endParaRPr>
              <a:solidFill>
                <a:schemeClr val="accent1"/>
              </a:solidFill>
              <a:latin typeface="Jost"/>
              <a:ea typeface="Jost"/>
              <a:cs typeface="Jost"/>
              <a:sym typeface="Jost"/>
            </a:endParaRPr>
          </a:p>
          <a:p>
            <a:pPr indent="0" lvl="0" marL="0" rtl="0" algn="l">
              <a:spcBef>
                <a:spcPts val="0"/>
              </a:spcBef>
              <a:spcAft>
                <a:spcPts val="0"/>
              </a:spcAft>
              <a:buNone/>
            </a:pPr>
            <a:r>
              <a:rPr lang="en" sz="1200">
                <a:solidFill>
                  <a:schemeClr val="accent1"/>
                </a:solidFill>
                <a:latin typeface="Jost"/>
                <a:ea typeface="Jost"/>
                <a:cs typeface="Jost"/>
                <a:sym typeface="Jost"/>
              </a:rPr>
              <a:t>MSE = .000105   R</a:t>
            </a:r>
            <a:r>
              <a:rPr baseline="30000" lang="en" sz="1200">
                <a:solidFill>
                  <a:schemeClr val="accent1"/>
                </a:solidFill>
                <a:latin typeface="Jost"/>
                <a:ea typeface="Jost"/>
                <a:cs typeface="Jost"/>
                <a:sym typeface="Jost"/>
              </a:rPr>
              <a:t>2</a:t>
            </a:r>
            <a:r>
              <a:rPr lang="en" sz="1200">
                <a:solidFill>
                  <a:schemeClr val="accent1"/>
                </a:solidFill>
                <a:latin typeface="Jost"/>
                <a:ea typeface="Jost"/>
                <a:cs typeface="Jost"/>
                <a:sym typeface="Jost"/>
              </a:rPr>
              <a:t> = .9997</a:t>
            </a:r>
            <a:endParaRPr sz="12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p:txBody>
      </p:sp>
      <p:pic>
        <p:nvPicPr>
          <p:cNvPr id="508" name="Google Shape;508;p68"/>
          <p:cNvPicPr preferRelativeResize="0"/>
          <p:nvPr/>
        </p:nvPicPr>
        <p:blipFill>
          <a:blip r:embed="rId4">
            <a:alphaModFix/>
          </a:blip>
          <a:stretch>
            <a:fillRect/>
          </a:stretch>
        </p:blipFill>
        <p:spPr>
          <a:xfrm>
            <a:off x="164175" y="2024650"/>
            <a:ext cx="1759125" cy="2759200"/>
          </a:xfrm>
          <a:prstGeom prst="rect">
            <a:avLst/>
          </a:prstGeom>
          <a:noFill/>
          <a:ln>
            <a:noFill/>
          </a:ln>
        </p:spPr>
      </p:pic>
      <p:sp>
        <p:nvSpPr>
          <p:cNvPr id="509" name="Google Shape;509;p68"/>
          <p:cNvSpPr txBox="1"/>
          <p:nvPr/>
        </p:nvSpPr>
        <p:spPr>
          <a:xfrm>
            <a:off x="2140225" y="2024650"/>
            <a:ext cx="1923000" cy="25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Jost"/>
                <a:ea typeface="Jost"/>
                <a:cs typeface="Jost"/>
                <a:sym typeface="Jost"/>
              </a:rPr>
              <a:t>Amazing fit? Or Extreme data </a:t>
            </a:r>
            <a:r>
              <a:rPr lang="en">
                <a:solidFill>
                  <a:schemeClr val="accent1"/>
                </a:solidFill>
                <a:latin typeface="Jost"/>
                <a:ea typeface="Jost"/>
                <a:cs typeface="Jost"/>
                <a:sym typeface="Jost"/>
              </a:rPr>
              <a:t>leakage</a:t>
            </a:r>
            <a:r>
              <a:rPr lang="en">
                <a:solidFill>
                  <a:schemeClr val="accent1"/>
                </a:solidFill>
                <a:latin typeface="Jost"/>
                <a:ea typeface="Jost"/>
                <a:cs typeface="Jost"/>
                <a:sym typeface="Jost"/>
              </a:rPr>
              <a:t>?</a:t>
            </a:r>
            <a:endParaRPr>
              <a:solidFill>
                <a:schemeClr val="accent1"/>
              </a:solidFill>
              <a:latin typeface="Jost"/>
              <a:ea typeface="Jost"/>
              <a:cs typeface="Jost"/>
              <a:sym typeface="Jost"/>
            </a:endParaRPr>
          </a:p>
          <a:p>
            <a:pPr indent="0" lvl="0" marL="0" rtl="0" algn="l">
              <a:spcBef>
                <a:spcPts val="0"/>
              </a:spcBef>
              <a:spcAft>
                <a:spcPts val="0"/>
              </a:spcAft>
              <a:buNone/>
            </a:pPr>
            <a:r>
              <a:t/>
            </a:r>
            <a:endParaRPr>
              <a:solidFill>
                <a:schemeClr val="accent1"/>
              </a:solidFill>
              <a:latin typeface="Jost"/>
              <a:ea typeface="Jost"/>
              <a:cs typeface="Jost"/>
              <a:sym typeface="Jost"/>
            </a:endParaRPr>
          </a:p>
          <a:p>
            <a:pPr indent="0" lvl="0" marL="0" rtl="0" algn="l">
              <a:spcBef>
                <a:spcPts val="0"/>
              </a:spcBef>
              <a:spcAft>
                <a:spcPts val="0"/>
              </a:spcAft>
              <a:buNone/>
            </a:pPr>
            <a:r>
              <a:rPr lang="en" sz="1200">
                <a:solidFill>
                  <a:schemeClr val="accent1"/>
                </a:solidFill>
                <a:latin typeface="Jost"/>
                <a:ea typeface="Jost"/>
                <a:cs typeface="Jost"/>
                <a:sym typeface="Jost"/>
              </a:rPr>
              <a:t>Due to the nature of the data, the target and </a:t>
            </a:r>
            <a:r>
              <a:rPr lang="en" sz="1200">
                <a:solidFill>
                  <a:schemeClr val="accent1"/>
                </a:solidFill>
                <a:latin typeface="Jost"/>
                <a:ea typeface="Jost"/>
                <a:cs typeface="Jost"/>
                <a:sym typeface="Jost"/>
              </a:rPr>
              <a:t>parameters</a:t>
            </a:r>
            <a:r>
              <a:rPr lang="en" sz="1200">
                <a:solidFill>
                  <a:schemeClr val="accent1"/>
                </a:solidFill>
                <a:latin typeface="Jost"/>
                <a:ea typeface="Jost"/>
                <a:cs typeface="Jost"/>
                <a:sym typeface="Jost"/>
              </a:rPr>
              <a:t> are highly correlated, the </a:t>
            </a:r>
            <a:r>
              <a:rPr lang="en" sz="1200">
                <a:solidFill>
                  <a:schemeClr val="accent1"/>
                </a:solidFill>
                <a:latin typeface="Jost"/>
                <a:ea typeface="Jost"/>
                <a:cs typeface="Jost"/>
                <a:sym typeface="Jost"/>
              </a:rPr>
              <a:t>target</a:t>
            </a:r>
            <a:r>
              <a:rPr lang="en" sz="1200">
                <a:solidFill>
                  <a:schemeClr val="accent1"/>
                </a:solidFill>
                <a:latin typeface="Jost"/>
                <a:ea typeface="Jost"/>
                <a:cs typeface="Jost"/>
                <a:sym typeface="Jost"/>
              </a:rPr>
              <a:t> is a linear combination of the parameters, and the matrix is singular. </a:t>
            </a:r>
            <a:endParaRPr sz="1200">
              <a:solidFill>
                <a:schemeClr val="accent1"/>
              </a:solidFill>
              <a:latin typeface="Jost"/>
              <a:ea typeface="Jost"/>
              <a:cs typeface="Jost"/>
              <a:sym typeface="Jost"/>
            </a:endParaRPr>
          </a:p>
          <a:p>
            <a:pPr indent="0" lvl="0" marL="0" rtl="0" algn="l">
              <a:spcBef>
                <a:spcPts val="0"/>
              </a:spcBef>
              <a:spcAft>
                <a:spcPts val="0"/>
              </a:spcAft>
              <a:buNone/>
            </a:pPr>
            <a:r>
              <a:t/>
            </a:r>
            <a:endParaRPr>
              <a:solidFill>
                <a:schemeClr val="accent1"/>
              </a:solidFill>
              <a:latin typeface="Jost"/>
              <a:ea typeface="Jost"/>
              <a:cs typeface="Jost"/>
              <a:sym typeface="Jost"/>
            </a:endParaRPr>
          </a:p>
          <a:p>
            <a:pPr indent="0" lvl="0" marL="0" rtl="0" algn="l">
              <a:spcBef>
                <a:spcPts val="0"/>
              </a:spcBef>
              <a:spcAft>
                <a:spcPts val="0"/>
              </a:spcAft>
              <a:buNone/>
            </a:pPr>
            <a:r>
              <a:rPr lang="en">
                <a:solidFill>
                  <a:schemeClr val="accent1"/>
                </a:solidFill>
                <a:latin typeface="Jost"/>
                <a:ea typeface="Jost"/>
                <a:cs typeface="Jost"/>
                <a:sym typeface="Jost"/>
              </a:rPr>
              <a:t> </a:t>
            </a:r>
            <a:endParaRPr>
              <a:solidFill>
                <a:schemeClr val="accent1"/>
              </a:solidFill>
              <a:latin typeface="Jost"/>
              <a:ea typeface="Jost"/>
              <a:cs typeface="Jost"/>
              <a:sym typeface="Jost"/>
            </a:endParaRPr>
          </a:p>
          <a:p>
            <a:pPr indent="0" lvl="0" marL="0" rtl="0" algn="l">
              <a:spcBef>
                <a:spcPts val="0"/>
              </a:spcBef>
              <a:spcAft>
                <a:spcPts val="0"/>
              </a:spcAft>
              <a:buNone/>
            </a:pPr>
            <a:r>
              <a:t/>
            </a:r>
            <a:endParaRPr>
              <a:solidFill>
                <a:schemeClr val="accent1"/>
              </a:solidFill>
              <a:latin typeface="Jost"/>
              <a:ea typeface="Jost"/>
              <a:cs typeface="Jost"/>
              <a:sym typeface="Jost"/>
            </a:endParaRPr>
          </a:p>
          <a:p>
            <a:pPr indent="0" lvl="0" marL="0" rtl="0" algn="l">
              <a:spcBef>
                <a:spcPts val="0"/>
              </a:spcBef>
              <a:spcAft>
                <a:spcPts val="0"/>
              </a:spcAft>
              <a:buNone/>
            </a:pPr>
            <a:r>
              <a:t/>
            </a:r>
            <a:endParaRPr>
              <a:solidFill>
                <a:schemeClr val="accent1"/>
              </a:solidFill>
              <a:latin typeface="Jost"/>
              <a:ea typeface="Jost"/>
              <a:cs typeface="Jost"/>
              <a:sym typeface="Jost"/>
            </a:endParaRPr>
          </a:p>
        </p:txBody>
      </p:sp>
      <p:pic>
        <p:nvPicPr>
          <p:cNvPr id="510" name="Google Shape;510;p68"/>
          <p:cNvPicPr preferRelativeResize="0"/>
          <p:nvPr/>
        </p:nvPicPr>
        <p:blipFill>
          <a:blip r:embed="rId5">
            <a:alphaModFix/>
          </a:blip>
          <a:stretch>
            <a:fillRect/>
          </a:stretch>
        </p:blipFill>
        <p:spPr>
          <a:xfrm>
            <a:off x="1967200" y="4494780"/>
            <a:ext cx="2056993" cy="423850"/>
          </a:xfrm>
          <a:prstGeom prst="rect">
            <a:avLst/>
          </a:prstGeom>
          <a:noFill/>
          <a:ln>
            <a:noFill/>
          </a:ln>
        </p:spPr>
      </p:pic>
      <p:sp>
        <p:nvSpPr>
          <p:cNvPr id="511" name="Google Shape;511;p68"/>
          <p:cNvSpPr txBox="1"/>
          <p:nvPr/>
        </p:nvSpPr>
        <p:spPr>
          <a:xfrm>
            <a:off x="2346900" y="1198275"/>
            <a:ext cx="1317300" cy="5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Jost"/>
                <a:ea typeface="Jost"/>
                <a:cs typeface="Jost"/>
                <a:sym typeface="Jost"/>
              </a:rPr>
              <a:t>No Good</a:t>
            </a:r>
            <a:endParaRPr sz="1600">
              <a:solidFill>
                <a:schemeClr val="dk1"/>
              </a:solidFill>
              <a:latin typeface="Jost"/>
              <a:ea typeface="Jost"/>
              <a:cs typeface="Jost"/>
              <a:sym typeface="Jost"/>
            </a:endParaRPr>
          </a:p>
        </p:txBody>
      </p:sp>
      <p:cxnSp>
        <p:nvCxnSpPr>
          <p:cNvPr id="512" name="Google Shape;512;p68"/>
          <p:cNvCxnSpPr/>
          <p:nvPr/>
        </p:nvCxnSpPr>
        <p:spPr>
          <a:xfrm flipH="1">
            <a:off x="4545000" y="615800"/>
            <a:ext cx="27000" cy="4494600"/>
          </a:xfrm>
          <a:prstGeom prst="straightConnector1">
            <a:avLst/>
          </a:prstGeom>
          <a:noFill/>
          <a:ln cap="flat" cmpd="sng" w="9525">
            <a:solidFill>
              <a:schemeClr val="dk2"/>
            </a:solidFill>
            <a:prstDash val="solid"/>
            <a:round/>
            <a:headEnd len="med" w="med" type="none"/>
            <a:tailEnd len="med" w="med" type="none"/>
          </a:ln>
        </p:spPr>
      </p:cxnSp>
      <p:sp>
        <p:nvSpPr>
          <p:cNvPr id="513" name="Google Shape;513;p68"/>
          <p:cNvSpPr txBox="1"/>
          <p:nvPr/>
        </p:nvSpPr>
        <p:spPr>
          <a:xfrm>
            <a:off x="4916550" y="700250"/>
            <a:ext cx="3895800" cy="17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Jost"/>
                <a:ea typeface="Jost"/>
                <a:cs typeface="Jost"/>
                <a:sym typeface="Jost"/>
              </a:rPr>
              <a:t>Ordinary regression on global anomalies ~ year</a:t>
            </a:r>
            <a:endParaRPr>
              <a:solidFill>
                <a:schemeClr val="accent1"/>
              </a:solidFill>
              <a:latin typeface="Jost"/>
              <a:ea typeface="Jost"/>
              <a:cs typeface="Jost"/>
              <a:sym typeface="Jost"/>
            </a:endParaRPr>
          </a:p>
          <a:p>
            <a:pPr indent="0" lvl="0" marL="0" rtl="0" algn="l">
              <a:spcBef>
                <a:spcPts val="0"/>
              </a:spcBef>
              <a:spcAft>
                <a:spcPts val="0"/>
              </a:spcAft>
              <a:buNone/>
            </a:pPr>
            <a:r>
              <a:t/>
            </a:r>
            <a:endParaRPr>
              <a:solidFill>
                <a:schemeClr val="accent1"/>
              </a:solidFill>
              <a:latin typeface="Jost"/>
              <a:ea typeface="Jost"/>
              <a:cs typeface="Jost"/>
              <a:sym typeface="Jost"/>
            </a:endParaRPr>
          </a:p>
          <a:p>
            <a:pPr indent="0" lvl="0" marL="0" rtl="0" algn="l">
              <a:spcBef>
                <a:spcPts val="0"/>
              </a:spcBef>
              <a:spcAft>
                <a:spcPts val="0"/>
              </a:spcAft>
              <a:buNone/>
            </a:pPr>
            <a:r>
              <a:t/>
            </a:r>
            <a:endParaRPr>
              <a:solidFill>
                <a:schemeClr val="accent1"/>
              </a:solidFill>
              <a:latin typeface="Jost"/>
              <a:ea typeface="Jost"/>
              <a:cs typeface="Jost"/>
              <a:sym typeface="Jost"/>
            </a:endParaRPr>
          </a:p>
          <a:p>
            <a:pPr indent="0" lvl="0" marL="0" rtl="0" algn="l">
              <a:spcBef>
                <a:spcPts val="0"/>
              </a:spcBef>
              <a:spcAft>
                <a:spcPts val="0"/>
              </a:spcAft>
              <a:buNone/>
            </a:pPr>
            <a:r>
              <a:rPr lang="en">
                <a:solidFill>
                  <a:schemeClr val="accent1"/>
                </a:solidFill>
                <a:latin typeface="Jost"/>
                <a:ea typeface="Jost"/>
                <a:cs typeface="Jost"/>
                <a:sym typeface="Jost"/>
              </a:rPr>
              <a:t>This model (if the intercept is present) provides a decent fit for the data. </a:t>
            </a:r>
            <a:endParaRPr>
              <a:solidFill>
                <a:schemeClr val="accent1"/>
              </a:solidFill>
              <a:latin typeface="Jost"/>
              <a:ea typeface="Jost"/>
              <a:cs typeface="Jost"/>
              <a:sym typeface="Jost"/>
            </a:endParaRPr>
          </a:p>
          <a:p>
            <a:pPr indent="0" lvl="0" marL="0" rtl="0" algn="l">
              <a:spcBef>
                <a:spcPts val="0"/>
              </a:spcBef>
              <a:spcAft>
                <a:spcPts val="0"/>
              </a:spcAft>
              <a:buNone/>
            </a:pPr>
            <a:r>
              <a:t/>
            </a:r>
            <a:endParaRPr>
              <a:solidFill>
                <a:schemeClr val="accent1"/>
              </a:solidFill>
              <a:latin typeface="Jost"/>
              <a:ea typeface="Jost"/>
              <a:cs typeface="Jost"/>
              <a:sym typeface="Jost"/>
            </a:endParaRPr>
          </a:p>
          <a:p>
            <a:pPr indent="0" lvl="0" marL="0" rtl="0" algn="l">
              <a:spcBef>
                <a:spcPts val="0"/>
              </a:spcBef>
              <a:spcAft>
                <a:spcPts val="0"/>
              </a:spcAft>
              <a:buNone/>
            </a:pPr>
            <a:r>
              <a:rPr lang="en" sz="1200">
                <a:solidFill>
                  <a:schemeClr val="accent1"/>
                </a:solidFill>
                <a:latin typeface="Jost"/>
                <a:ea typeface="Jost"/>
                <a:cs typeface="Jost"/>
                <a:sym typeface="Jost"/>
              </a:rPr>
              <a:t>MSE = .037    R</a:t>
            </a:r>
            <a:r>
              <a:rPr baseline="30000" lang="en" sz="1200">
                <a:solidFill>
                  <a:schemeClr val="accent1"/>
                </a:solidFill>
                <a:latin typeface="Jost"/>
                <a:ea typeface="Jost"/>
                <a:cs typeface="Jost"/>
                <a:sym typeface="Jost"/>
              </a:rPr>
              <a:t>2. </a:t>
            </a:r>
            <a:r>
              <a:rPr lang="en" sz="1200">
                <a:solidFill>
                  <a:schemeClr val="accent1"/>
                </a:solidFill>
                <a:latin typeface="Jost"/>
                <a:ea typeface="Jost"/>
                <a:cs typeface="Jost"/>
                <a:sym typeface="Jost"/>
              </a:rPr>
              <a:t>= .767</a:t>
            </a:r>
            <a:endParaRPr sz="1200">
              <a:solidFill>
                <a:schemeClr val="accent1"/>
              </a:solidFill>
              <a:latin typeface="Jost"/>
              <a:ea typeface="Jost"/>
              <a:cs typeface="Jost"/>
              <a:sym typeface="Jost"/>
            </a:endParaRPr>
          </a:p>
        </p:txBody>
      </p:sp>
      <p:pic>
        <p:nvPicPr>
          <p:cNvPr id="514" name="Google Shape;514;p68"/>
          <p:cNvPicPr preferRelativeResize="0"/>
          <p:nvPr/>
        </p:nvPicPr>
        <p:blipFill>
          <a:blip r:embed="rId6">
            <a:alphaModFix/>
          </a:blip>
          <a:stretch>
            <a:fillRect/>
          </a:stretch>
        </p:blipFill>
        <p:spPr>
          <a:xfrm>
            <a:off x="4988175" y="1062250"/>
            <a:ext cx="1759124" cy="204431"/>
          </a:xfrm>
          <a:prstGeom prst="rect">
            <a:avLst/>
          </a:prstGeom>
          <a:noFill/>
          <a:ln>
            <a:noFill/>
          </a:ln>
        </p:spPr>
      </p:pic>
      <p:pic>
        <p:nvPicPr>
          <p:cNvPr id="515" name="Google Shape;515;p68"/>
          <p:cNvPicPr preferRelativeResize="0"/>
          <p:nvPr/>
        </p:nvPicPr>
        <p:blipFill>
          <a:blip r:embed="rId7">
            <a:alphaModFix/>
          </a:blip>
          <a:stretch>
            <a:fillRect/>
          </a:stretch>
        </p:blipFill>
        <p:spPr>
          <a:xfrm>
            <a:off x="4760125" y="2454350"/>
            <a:ext cx="4052220" cy="2384350"/>
          </a:xfrm>
          <a:prstGeom prst="rect">
            <a:avLst/>
          </a:prstGeom>
          <a:noFill/>
          <a:ln>
            <a:noFill/>
          </a:ln>
        </p:spPr>
      </p:pic>
      <p:sp>
        <p:nvSpPr>
          <p:cNvPr id="516" name="Google Shape;516;p68"/>
          <p:cNvSpPr txBox="1"/>
          <p:nvPr/>
        </p:nvSpPr>
        <p:spPr>
          <a:xfrm>
            <a:off x="7097400" y="1823050"/>
            <a:ext cx="1145100" cy="42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Jost"/>
                <a:ea typeface="Jost"/>
                <a:cs typeface="Jost"/>
                <a:sym typeface="Jost"/>
              </a:rPr>
              <a:t>Good Start</a:t>
            </a:r>
            <a:endParaRPr sz="1600">
              <a:solidFill>
                <a:schemeClr val="dk2"/>
              </a:solidFill>
              <a:latin typeface="Jost"/>
              <a:ea typeface="Jost"/>
              <a:cs typeface="Jost"/>
              <a:sym typeface="Jo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9"/>
          <p:cNvSpPr txBox="1"/>
          <p:nvPr>
            <p:ph type="title"/>
          </p:nvPr>
        </p:nvSpPr>
        <p:spPr>
          <a:xfrm>
            <a:off x="730800" y="203900"/>
            <a:ext cx="7682400" cy="467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t>Cross Validation on Temporal Data: </a:t>
            </a:r>
            <a:endParaRPr sz="2400"/>
          </a:p>
        </p:txBody>
      </p:sp>
      <p:cxnSp>
        <p:nvCxnSpPr>
          <p:cNvPr id="522" name="Google Shape;522;p69"/>
          <p:cNvCxnSpPr/>
          <p:nvPr/>
        </p:nvCxnSpPr>
        <p:spPr>
          <a:xfrm>
            <a:off x="3194975" y="671000"/>
            <a:ext cx="2861100" cy="0"/>
          </a:xfrm>
          <a:prstGeom prst="straightConnector1">
            <a:avLst/>
          </a:prstGeom>
          <a:noFill/>
          <a:ln cap="flat" cmpd="sng" w="9525">
            <a:solidFill>
              <a:schemeClr val="accent1"/>
            </a:solidFill>
            <a:prstDash val="solid"/>
            <a:round/>
            <a:headEnd len="med" w="med" type="none"/>
            <a:tailEnd len="med" w="med" type="none"/>
          </a:ln>
        </p:spPr>
      </p:cxnSp>
      <p:sp>
        <p:nvSpPr>
          <p:cNvPr id="523" name="Google Shape;523;p69"/>
          <p:cNvSpPr txBox="1"/>
          <p:nvPr/>
        </p:nvSpPr>
        <p:spPr>
          <a:xfrm>
            <a:off x="579725" y="752825"/>
            <a:ext cx="7682400" cy="9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Jost"/>
                <a:ea typeface="Jost"/>
                <a:cs typeface="Jost"/>
                <a:sym typeface="Jost"/>
              </a:rPr>
              <a:t>Classical Cross Validation splits the data into random test and training data sets, without respect to </a:t>
            </a:r>
            <a:r>
              <a:rPr lang="en" sz="1600">
                <a:solidFill>
                  <a:schemeClr val="accent1"/>
                </a:solidFill>
                <a:latin typeface="Jost"/>
                <a:ea typeface="Jost"/>
                <a:cs typeface="Jost"/>
                <a:sym typeface="Jost"/>
              </a:rPr>
              <a:t>possibility</a:t>
            </a:r>
            <a:r>
              <a:rPr lang="en" sz="1600">
                <a:solidFill>
                  <a:schemeClr val="accent1"/>
                </a:solidFill>
                <a:latin typeface="Jost"/>
                <a:ea typeface="Jost"/>
                <a:cs typeface="Jost"/>
                <a:sym typeface="Jost"/>
              </a:rPr>
              <a:t> of highly correlated data. To do so masks the temporal nature of our data, and limits our predictability by removing its </a:t>
            </a:r>
            <a:r>
              <a:rPr lang="en" sz="1600">
                <a:solidFill>
                  <a:schemeClr val="accent1"/>
                </a:solidFill>
                <a:latin typeface="Jost"/>
                <a:ea typeface="Jost"/>
                <a:cs typeface="Jost"/>
                <a:sym typeface="Jost"/>
              </a:rPr>
              <a:t>natural</a:t>
            </a:r>
            <a:r>
              <a:rPr lang="en" sz="1600">
                <a:solidFill>
                  <a:schemeClr val="accent1"/>
                </a:solidFill>
                <a:latin typeface="Jost"/>
                <a:ea typeface="Jost"/>
                <a:cs typeface="Jost"/>
                <a:sym typeface="Jost"/>
              </a:rPr>
              <a:t> connectivity. </a:t>
            </a:r>
            <a:endParaRPr sz="1600">
              <a:solidFill>
                <a:schemeClr val="accent1"/>
              </a:solidFill>
              <a:latin typeface="Jost"/>
              <a:ea typeface="Jost"/>
              <a:cs typeface="Jost"/>
              <a:sym typeface="Jost"/>
            </a:endParaRPr>
          </a:p>
        </p:txBody>
      </p:sp>
      <p:sp>
        <p:nvSpPr>
          <p:cNvPr id="524" name="Google Shape;524;p69"/>
          <p:cNvSpPr txBox="1"/>
          <p:nvPr/>
        </p:nvSpPr>
        <p:spPr>
          <a:xfrm>
            <a:off x="633250" y="1790975"/>
            <a:ext cx="3641700" cy="28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1"/>
                </a:solidFill>
                <a:latin typeface="Jost"/>
                <a:ea typeface="Jost"/>
                <a:cs typeface="Jost"/>
                <a:sym typeface="Jost"/>
              </a:rPr>
              <a:t>Forward-chaining (Rolling-Origin) Cross Validation:</a:t>
            </a:r>
            <a:endParaRPr b="1" sz="1600">
              <a:solidFill>
                <a:schemeClr val="accent1"/>
              </a:solidFill>
              <a:latin typeface="Jost"/>
              <a:ea typeface="Jost"/>
              <a:cs typeface="Jost"/>
              <a:sym typeface="Jost"/>
            </a:endParaRPr>
          </a:p>
          <a:p>
            <a:pPr indent="-330200" lvl="0" marL="457200" rtl="0" algn="l">
              <a:spcBef>
                <a:spcPts val="0"/>
              </a:spcBef>
              <a:spcAft>
                <a:spcPts val="0"/>
              </a:spcAft>
              <a:buClr>
                <a:schemeClr val="accent1"/>
              </a:buClr>
              <a:buSzPts val="1600"/>
              <a:buFont typeface="Jost"/>
              <a:buChar char="●"/>
            </a:pPr>
            <a:r>
              <a:rPr lang="en" sz="1600">
                <a:solidFill>
                  <a:schemeClr val="accent1"/>
                </a:solidFill>
                <a:latin typeface="Jost"/>
                <a:ea typeface="Jost"/>
                <a:cs typeface="Jost"/>
                <a:sym typeface="Jost"/>
              </a:rPr>
              <a:t>Maintains temporal correlation </a:t>
            </a:r>
            <a:endParaRPr sz="1600">
              <a:solidFill>
                <a:schemeClr val="accent1"/>
              </a:solidFill>
              <a:latin typeface="Jost"/>
              <a:ea typeface="Jost"/>
              <a:cs typeface="Jost"/>
              <a:sym typeface="Jost"/>
            </a:endParaRPr>
          </a:p>
          <a:p>
            <a:pPr indent="-330200" lvl="0" marL="457200" rtl="0" algn="l">
              <a:spcBef>
                <a:spcPts val="0"/>
              </a:spcBef>
              <a:spcAft>
                <a:spcPts val="0"/>
              </a:spcAft>
              <a:buClr>
                <a:schemeClr val="accent1"/>
              </a:buClr>
              <a:buSzPts val="1600"/>
              <a:buFont typeface="Jost"/>
              <a:buChar char="●"/>
            </a:pPr>
            <a:r>
              <a:rPr lang="en" sz="1600">
                <a:solidFill>
                  <a:schemeClr val="accent1"/>
                </a:solidFill>
                <a:latin typeface="Jost"/>
                <a:ea typeface="Jost"/>
                <a:cs typeface="Jost"/>
                <a:sym typeface="Jost"/>
              </a:rPr>
              <a:t>Allows for assessing future forecast test data</a:t>
            </a:r>
            <a:endParaRPr sz="1600">
              <a:solidFill>
                <a:schemeClr val="accent1"/>
              </a:solidFill>
              <a:latin typeface="Jost"/>
              <a:ea typeface="Jost"/>
              <a:cs typeface="Jost"/>
              <a:sym typeface="Jost"/>
            </a:endParaRPr>
          </a:p>
          <a:p>
            <a:pPr indent="-330200" lvl="0" marL="457200" rtl="0" algn="l">
              <a:spcBef>
                <a:spcPts val="0"/>
              </a:spcBef>
              <a:spcAft>
                <a:spcPts val="0"/>
              </a:spcAft>
              <a:buClr>
                <a:schemeClr val="accent1"/>
              </a:buClr>
              <a:buSzPts val="1600"/>
              <a:buFont typeface="Jost"/>
              <a:buChar char="●"/>
            </a:pPr>
            <a:r>
              <a:rPr lang="en" sz="1600">
                <a:solidFill>
                  <a:schemeClr val="accent1"/>
                </a:solidFill>
                <a:latin typeface="Jost"/>
                <a:ea typeface="Jost"/>
                <a:cs typeface="Jost"/>
                <a:sym typeface="Jost"/>
              </a:rPr>
              <a:t>Akine to a Time-Series version of Leave-One-Out</a:t>
            </a:r>
            <a:endParaRPr sz="1600">
              <a:solidFill>
                <a:schemeClr val="accent1"/>
              </a:solidFill>
              <a:latin typeface="Jost"/>
              <a:ea typeface="Jost"/>
              <a:cs typeface="Jost"/>
              <a:sym typeface="Jost"/>
            </a:endParaRPr>
          </a:p>
          <a:p>
            <a:pPr indent="-330200" lvl="0" marL="457200" rtl="0" algn="l">
              <a:spcBef>
                <a:spcPts val="0"/>
              </a:spcBef>
              <a:spcAft>
                <a:spcPts val="0"/>
              </a:spcAft>
              <a:buClr>
                <a:schemeClr val="accent1"/>
              </a:buClr>
              <a:buSzPts val="1600"/>
              <a:buFont typeface="Jost"/>
              <a:buChar char="●"/>
            </a:pPr>
            <a:r>
              <a:rPr lang="en" sz="1600">
                <a:solidFill>
                  <a:schemeClr val="accent1"/>
                </a:solidFill>
                <a:latin typeface="Jost"/>
                <a:ea typeface="Jost"/>
                <a:cs typeface="Jost"/>
                <a:sym typeface="Jost"/>
              </a:rPr>
              <a:t>Works by</a:t>
            </a:r>
            <a:r>
              <a:rPr lang="en" sz="1600">
                <a:solidFill>
                  <a:schemeClr val="accent1"/>
                </a:solidFill>
                <a:latin typeface="Jost"/>
                <a:ea typeface="Jost"/>
                <a:cs typeface="Jost"/>
                <a:sym typeface="Jost"/>
              </a:rPr>
              <a:t> slowly increasing the training data sample size, while maintaining a constant test size. </a:t>
            </a:r>
            <a:endParaRPr sz="1600">
              <a:solidFill>
                <a:schemeClr val="accent1"/>
              </a:solidFill>
              <a:latin typeface="Jost"/>
              <a:ea typeface="Jost"/>
              <a:cs typeface="Jost"/>
              <a:sym typeface="Jost"/>
            </a:endParaRPr>
          </a:p>
          <a:p>
            <a:pPr indent="0" lvl="0" marL="457200" rtl="0" algn="l">
              <a:spcBef>
                <a:spcPts val="0"/>
              </a:spcBef>
              <a:spcAft>
                <a:spcPts val="0"/>
              </a:spcAft>
              <a:buNone/>
            </a:pPr>
            <a:r>
              <a:t/>
            </a:r>
            <a:endParaRPr sz="1600">
              <a:solidFill>
                <a:schemeClr val="accent1"/>
              </a:solidFill>
              <a:latin typeface="Jost"/>
              <a:ea typeface="Jost"/>
              <a:cs typeface="Jost"/>
              <a:sym typeface="Jost"/>
            </a:endParaRPr>
          </a:p>
          <a:p>
            <a:pPr indent="0" lvl="0" marL="457200" rtl="0" algn="l">
              <a:spcBef>
                <a:spcPts val="0"/>
              </a:spcBef>
              <a:spcAft>
                <a:spcPts val="0"/>
              </a:spcAft>
              <a:buNone/>
            </a:pPr>
            <a:r>
              <a:t/>
            </a:r>
            <a:endParaRPr sz="1600">
              <a:solidFill>
                <a:schemeClr val="accent1"/>
              </a:solidFill>
              <a:latin typeface="Jost"/>
              <a:ea typeface="Jost"/>
              <a:cs typeface="Jost"/>
              <a:sym typeface="Jost"/>
            </a:endParaRPr>
          </a:p>
          <a:p>
            <a:pPr indent="0" lvl="0" marL="457200" rtl="0" algn="l">
              <a:spcBef>
                <a:spcPts val="0"/>
              </a:spcBef>
              <a:spcAft>
                <a:spcPts val="0"/>
              </a:spcAft>
              <a:buNone/>
            </a:pPr>
            <a:r>
              <a:t/>
            </a:r>
            <a:endParaRPr sz="1600">
              <a:solidFill>
                <a:schemeClr val="accent1"/>
              </a:solidFill>
              <a:latin typeface="Jost"/>
              <a:ea typeface="Jost"/>
              <a:cs typeface="Jost"/>
              <a:sym typeface="Jost"/>
            </a:endParaRPr>
          </a:p>
        </p:txBody>
      </p:sp>
      <p:pic>
        <p:nvPicPr>
          <p:cNvPr id="525" name="Google Shape;525;p69"/>
          <p:cNvPicPr preferRelativeResize="0"/>
          <p:nvPr/>
        </p:nvPicPr>
        <p:blipFill>
          <a:blip r:embed="rId3">
            <a:alphaModFix/>
          </a:blip>
          <a:stretch>
            <a:fillRect/>
          </a:stretch>
        </p:blipFill>
        <p:spPr>
          <a:xfrm>
            <a:off x="6654075" y="1963100"/>
            <a:ext cx="1759124" cy="204431"/>
          </a:xfrm>
          <a:prstGeom prst="rect">
            <a:avLst/>
          </a:prstGeom>
          <a:noFill/>
          <a:ln>
            <a:noFill/>
          </a:ln>
        </p:spPr>
      </p:pic>
      <p:sp>
        <p:nvSpPr>
          <p:cNvPr id="526" name="Google Shape;526;p69"/>
          <p:cNvSpPr txBox="1"/>
          <p:nvPr/>
        </p:nvSpPr>
        <p:spPr>
          <a:xfrm>
            <a:off x="5401025" y="1595750"/>
            <a:ext cx="2861100" cy="6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1"/>
                </a:solidFill>
                <a:latin typeface="Jost"/>
                <a:ea typeface="Jost"/>
                <a:cs typeface="Jost"/>
                <a:sym typeface="Jost"/>
              </a:rPr>
              <a:t>Comparison with the Simple Year model:</a:t>
            </a:r>
            <a:endParaRPr b="1" sz="1600">
              <a:solidFill>
                <a:schemeClr val="accent1"/>
              </a:solidFill>
              <a:latin typeface="Jost"/>
              <a:ea typeface="Jost"/>
              <a:cs typeface="Jost"/>
              <a:sym typeface="Jost"/>
            </a:endParaRPr>
          </a:p>
        </p:txBody>
      </p:sp>
      <p:graphicFrame>
        <p:nvGraphicFramePr>
          <p:cNvPr id="527" name="Google Shape;527;p69"/>
          <p:cNvGraphicFramePr/>
          <p:nvPr/>
        </p:nvGraphicFramePr>
        <p:xfrm>
          <a:off x="5401025" y="2264750"/>
          <a:ext cx="3000000" cy="3000000"/>
        </p:xfrm>
        <a:graphic>
          <a:graphicData uri="http://schemas.openxmlformats.org/drawingml/2006/table">
            <a:tbl>
              <a:tblPr>
                <a:noFill/>
                <a:tableStyleId>{8BDD0F2E-0E2E-4E34-956D-0EB346A945BF}</a:tableStyleId>
              </a:tblPr>
              <a:tblGrid>
                <a:gridCol w="1413575"/>
                <a:gridCol w="1878250"/>
              </a:tblGrid>
              <a:tr h="2731450">
                <a:tc>
                  <a:txBody>
                    <a:bodyPr/>
                    <a:lstStyle/>
                    <a:p>
                      <a:pPr indent="0" lvl="0" marL="0" rtl="0" algn="l">
                        <a:spcBef>
                          <a:spcPts val="0"/>
                        </a:spcBef>
                        <a:spcAft>
                          <a:spcPts val="0"/>
                        </a:spcAft>
                        <a:buNone/>
                      </a:pPr>
                      <a:r>
                        <a:rPr b="1" lang="en"/>
                        <a:t>Classical: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.136</a:t>
                      </a:r>
                      <a:endParaRPr/>
                    </a:p>
                    <a:p>
                      <a:pPr indent="0" lvl="0" marL="0" rtl="0" algn="l">
                        <a:spcBef>
                          <a:spcPts val="0"/>
                        </a:spcBef>
                        <a:spcAft>
                          <a:spcPts val="0"/>
                        </a:spcAft>
                        <a:buNone/>
                      </a:pPr>
                      <a:r>
                        <a:rPr lang="en"/>
                        <a:t>       .181</a:t>
                      </a:r>
                      <a:endParaRPr/>
                    </a:p>
                    <a:p>
                      <a:pPr indent="0" lvl="0" marL="0" rtl="0" algn="l">
                        <a:spcBef>
                          <a:spcPts val="0"/>
                        </a:spcBef>
                        <a:spcAft>
                          <a:spcPts val="0"/>
                        </a:spcAft>
                        <a:buNone/>
                      </a:pPr>
                      <a:r>
                        <a:rPr lang="en"/>
                        <a:t>       .192</a:t>
                      </a:r>
                      <a:endParaRPr/>
                    </a:p>
                    <a:p>
                      <a:pPr indent="0" lvl="0" marL="0" rtl="0" algn="l">
                        <a:spcBef>
                          <a:spcPts val="0"/>
                        </a:spcBef>
                        <a:spcAft>
                          <a:spcPts val="0"/>
                        </a:spcAft>
                        <a:buNone/>
                      </a:pPr>
                      <a:r>
                        <a:rPr lang="en"/>
                        <a:t>       .158</a:t>
                      </a:r>
                      <a:endParaRPr/>
                    </a:p>
                    <a:p>
                      <a:pPr indent="0" lvl="0" marL="0" rtl="0" algn="l">
                        <a:spcBef>
                          <a:spcPts val="0"/>
                        </a:spcBef>
                        <a:spcAft>
                          <a:spcPts val="0"/>
                        </a:spcAft>
                        <a:buNone/>
                      </a:pPr>
                      <a:r>
                        <a:rPr lang="en"/>
                        <a:t>       .174</a:t>
                      </a:r>
                      <a:endParaRPr/>
                    </a:p>
                    <a:p>
                      <a:pPr indent="0" lvl="0" marL="0" rtl="0" algn="l">
                        <a:spcBef>
                          <a:spcPts val="0"/>
                        </a:spcBef>
                        <a:spcAft>
                          <a:spcPts val="0"/>
                        </a:spcAft>
                        <a:buNone/>
                      </a:pPr>
                      <a:r>
                        <a:rPr lang="en"/>
                        <a:t>       .151</a:t>
                      </a:r>
                      <a:endParaRPr/>
                    </a:p>
                    <a:p>
                      <a:pPr indent="0" lvl="0" marL="0" rtl="0" algn="l">
                        <a:spcBef>
                          <a:spcPts val="0"/>
                        </a:spcBef>
                        <a:spcAft>
                          <a:spcPts val="0"/>
                        </a:spcAft>
                        <a:buNone/>
                      </a:pPr>
                      <a:r>
                        <a:rPr lang="en"/>
                        <a:t>       .161</a:t>
                      </a:r>
                      <a:endParaRPr/>
                    </a:p>
                    <a:p>
                      <a:pPr indent="0" lvl="0" marL="0" rtl="0" algn="l">
                        <a:spcBef>
                          <a:spcPts val="0"/>
                        </a:spcBef>
                        <a:spcAft>
                          <a:spcPts val="0"/>
                        </a:spcAft>
                        <a:buNone/>
                      </a:pPr>
                      <a:r>
                        <a:rPr lang="en"/>
                        <a:t>       .194</a:t>
                      </a:r>
                      <a:endParaRPr/>
                    </a:p>
                    <a:p>
                      <a:pPr indent="0" lvl="0" marL="0" rtl="0" algn="l">
                        <a:spcBef>
                          <a:spcPts val="0"/>
                        </a:spcBef>
                        <a:spcAft>
                          <a:spcPts val="0"/>
                        </a:spcAft>
                        <a:buNone/>
                      </a:pPr>
                      <a:r>
                        <a:rPr lang="en"/>
                        <a:t>       .146</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n"/>
                        <a:t>Forward-Chaining: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.117</a:t>
                      </a:r>
                      <a:endParaRPr/>
                    </a:p>
                    <a:p>
                      <a:pPr indent="0" lvl="0" marL="0" rtl="0" algn="l">
                        <a:spcBef>
                          <a:spcPts val="0"/>
                        </a:spcBef>
                        <a:spcAft>
                          <a:spcPts val="0"/>
                        </a:spcAft>
                        <a:buNone/>
                      </a:pPr>
                      <a:r>
                        <a:rPr lang="en"/>
                        <a:t>       .153</a:t>
                      </a:r>
                      <a:endParaRPr/>
                    </a:p>
                    <a:p>
                      <a:pPr indent="0" lvl="0" marL="0" rtl="0" algn="l">
                        <a:spcBef>
                          <a:spcPts val="0"/>
                        </a:spcBef>
                        <a:spcAft>
                          <a:spcPts val="0"/>
                        </a:spcAft>
                        <a:buNone/>
                      </a:pPr>
                      <a:r>
                        <a:rPr lang="en"/>
                        <a:t>       .282</a:t>
                      </a:r>
                      <a:endParaRPr/>
                    </a:p>
                    <a:p>
                      <a:pPr indent="0" lvl="0" marL="0" rtl="0" algn="l">
                        <a:spcBef>
                          <a:spcPts val="0"/>
                        </a:spcBef>
                        <a:spcAft>
                          <a:spcPts val="0"/>
                        </a:spcAft>
                        <a:buNone/>
                      </a:pPr>
                      <a:r>
                        <a:rPr lang="en"/>
                        <a:t>       .074</a:t>
                      </a:r>
                      <a:endParaRPr/>
                    </a:p>
                    <a:p>
                      <a:pPr indent="0" lvl="0" marL="0" rtl="0" algn="l">
                        <a:spcBef>
                          <a:spcPts val="0"/>
                        </a:spcBef>
                        <a:spcAft>
                          <a:spcPts val="0"/>
                        </a:spcAft>
                        <a:buNone/>
                      </a:pPr>
                      <a:r>
                        <a:rPr lang="en"/>
                        <a:t>       .073</a:t>
                      </a:r>
                      <a:endParaRPr/>
                    </a:p>
                    <a:p>
                      <a:pPr indent="0" lvl="0" marL="0" rtl="0" algn="l">
                        <a:spcBef>
                          <a:spcPts val="0"/>
                        </a:spcBef>
                        <a:spcAft>
                          <a:spcPts val="0"/>
                        </a:spcAft>
                        <a:buNone/>
                      </a:pPr>
                      <a:r>
                        <a:rPr lang="en"/>
                        <a:t>       .129</a:t>
                      </a:r>
                      <a:endParaRPr/>
                    </a:p>
                    <a:p>
                      <a:pPr indent="0" lvl="0" marL="0" rtl="0" algn="l">
                        <a:spcBef>
                          <a:spcPts val="0"/>
                        </a:spcBef>
                        <a:spcAft>
                          <a:spcPts val="0"/>
                        </a:spcAft>
                        <a:buNone/>
                      </a:pPr>
                      <a:r>
                        <a:rPr lang="en"/>
                        <a:t>       .237</a:t>
                      </a:r>
                      <a:endParaRPr/>
                    </a:p>
                    <a:p>
                      <a:pPr indent="0" lvl="0" marL="0" rtl="0" algn="l">
                        <a:spcBef>
                          <a:spcPts val="0"/>
                        </a:spcBef>
                        <a:spcAft>
                          <a:spcPts val="0"/>
                        </a:spcAft>
                        <a:buNone/>
                      </a:pPr>
                      <a:r>
                        <a:rPr lang="en"/>
                        <a:t>       .312</a:t>
                      </a:r>
                      <a:endParaRPr/>
                    </a:p>
                    <a:p>
                      <a:pPr indent="0" lvl="0" marL="0" rtl="0" algn="l">
                        <a:spcBef>
                          <a:spcPts val="0"/>
                        </a:spcBef>
                        <a:spcAft>
                          <a:spcPts val="0"/>
                        </a:spcAft>
                        <a:buNone/>
                      </a:pPr>
                      <a:r>
                        <a:rPr lang="en"/>
                        <a:t>       .473</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cxnSp>
        <p:nvCxnSpPr>
          <p:cNvPr id="528" name="Google Shape;528;p69"/>
          <p:cNvCxnSpPr/>
          <p:nvPr/>
        </p:nvCxnSpPr>
        <p:spPr>
          <a:xfrm flipH="1">
            <a:off x="7897475" y="2802225"/>
            <a:ext cx="11400" cy="1950900"/>
          </a:xfrm>
          <a:prstGeom prst="straightConnector1">
            <a:avLst/>
          </a:prstGeom>
          <a:noFill/>
          <a:ln cap="flat" cmpd="sng" w="38100">
            <a:solidFill>
              <a:schemeClr val="lt2"/>
            </a:solidFill>
            <a:prstDash val="solid"/>
            <a:round/>
            <a:headEnd len="med" w="med" type="none"/>
            <a:tailEnd len="med" w="med" type="triangle"/>
          </a:ln>
        </p:spPr>
      </p:cxnSp>
      <p:sp>
        <p:nvSpPr>
          <p:cNvPr id="529" name="Google Shape;529;p69"/>
          <p:cNvSpPr txBox="1"/>
          <p:nvPr/>
        </p:nvSpPr>
        <p:spPr>
          <a:xfrm rot="-5400000">
            <a:off x="7109300" y="3515175"/>
            <a:ext cx="2498100" cy="66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accent1"/>
                </a:solidFill>
                <a:latin typeface="Jost"/>
                <a:ea typeface="Jost"/>
                <a:cs typeface="Jost"/>
                <a:sym typeface="Jost"/>
              </a:rPr>
              <a:t>Increased</a:t>
            </a:r>
            <a:r>
              <a:rPr lang="en" sz="1100">
                <a:solidFill>
                  <a:schemeClr val="accent1"/>
                </a:solidFill>
                <a:latin typeface="Jost"/>
                <a:ea typeface="Jost"/>
                <a:cs typeface="Jost"/>
                <a:sym typeface="Jost"/>
              </a:rPr>
              <a:t> training size</a:t>
            </a:r>
            <a:endParaRPr sz="1100">
              <a:solidFill>
                <a:schemeClr val="accent1"/>
              </a:solidFill>
              <a:latin typeface="Jost"/>
              <a:ea typeface="Jost"/>
              <a:cs typeface="Jost"/>
              <a:sym typeface="Jost"/>
            </a:endParaRPr>
          </a:p>
          <a:p>
            <a:pPr indent="0" lvl="0" marL="0" rtl="0" algn="ctr">
              <a:spcBef>
                <a:spcPts val="0"/>
              </a:spcBef>
              <a:spcAft>
                <a:spcPts val="0"/>
              </a:spcAft>
              <a:buNone/>
            </a:pPr>
            <a:r>
              <a:rPr lang="en" sz="1100">
                <a:solidFill>
                  <a:schemeClr val="accent1"/>
                </a:solidFill>
                <a:latin typeface="Jost"/>
                <a:ea typeface="Jost"/>
                <a:cs typeface="Jost"/>
                <a:sym typeface="Jost"/>
              </a:rPr>
              <a:t>Decreased forecast dependability. </a:t>
            </a:r>
            <a:endParaRPr sz="1100">
              <a:solidFill>
                <a:schemeClr val="accent1"/>
              </a:solidFill>
              <a:latin typeface="Jost"/>
              <a:ea typeface="Jost"/>
              <a:cs typeface="Jost"/>
              <a:sym typeface="Jo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0"/>
          <p:cNvSpPr txBox="1"/>
          <p:nvPr>
            <p:ph type="title"/>
          </p:nvPr>
        </p:nvSpPr>
        <p:spPr>
          <a:xfrm>
            <a:off x="730800" y="203900"/>
            <a:ext cx="7682400" cy="467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t>Forward-Chaining in practice:</a:t>
            </a:r>
            <a:r>
              <a:rPr lang="en" sz="2400"/>
              <a:t> </a:t>
            </a:r>
            <a:endParaRPr sz="2400"/>
          </a:p>
        </p:txBody>
      </p:sp>
      <p:cxnSp>
        <p:nvCxnSpPr>
          <p:cNvPr id="535" name="Google Shape;535;p70"/>
          <p:cNvCxnSpPr/>
          <p:nvPr/>
        </p:nvCxnSpPr>
        <p:spPr>
          <a:xfrm>
            <a:off x="3194975" y="671000"/>
            <a:ext cx="2861100" cy="0"/>
          </a:xfrm>
          <a:prstGeom prst="straightConnector1">
            <a:avLst/>
          </a:prstGeom>
          <a:noFill/>
          <a:ln cap="flat" cmpd="sng" w="9525">
            <a:solidFill>
              <a:schemeClr val="accent1"/>
            </a:solidFill>
            <a:prstDash val="solid"/>
            <a:round/>
            <a:headEnd len="med" w="med" type="none"/>
            <a:tailEnd len="med" w="med" type="none"/>
          </a:ln>
        </p:spPr>
      </p:cxnSp>
      <p:sp>
        <p:nvSpPr>
          <p:cNvPr id="536" name="Google Shape;536;p70"/>
          <p:cNvSpPr txBox="1"/>
          <p:nvPr/>
        </p:nvSpPr>
        <p:spPr>
          <a:xfrm>
            <a:off x="579725" y="671000"/>
            <a:ext cx="7682400" cy="9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1"/>
                </a:solidFill>
                <a:latin typeface="Jost"/>
                <a:ea typeface="Jost"/>
                <a:cs typeface="Jost"/>
                <a:sym typeface="Jost"/>
              </a:rPr>
              <a:t>Before further advancement in machine learning methods (polynomial, </a:t>
            </a:r>
            <a:r>
              <a:rPr lang="en" sz="1600">
                <a:solidFill>
                  <a:schemeClr val="accent1"/>
                </a:solidFill>
                <a:latin typeface="Jost"/>
                <a:ea typeface="Jost"/>
                <a:cs typeface="Jost"/>
                <a:sym typeface="Jost"/>
              </a:rPr>
              <a:t>neural</a:t>
            </a:r>
            <a:r>
              <a:rPr lang="en" sz="1600">
                <a:solidFill>
                  <a:schemeClr val="accent1"/>
                </a:solidFill>
                <a:latin typeface="Jost"/>
                <a:ea typeface="Jost"/>
                <a:cs typeface="Jost"/>
                <a:sym typeface="Jost"/>
              </a:rPr>
              <a:t> nets, tree based models, LDA. ect) it is useful to examine train-test-splitting for model comparison.</a:t>
            </a:r>
            <a:endParaRPr sz="1600">
              <a:solidFill>
                <a:schemeClr val="accent1"/>
              </a:solidFill>
              <a:latin typeface="Jost"/>
              <a:ea typeface="Jost"/>
              <a:cs typeface="Jost"/>
              <a:sym typeface="Jost"/>
            </a:endParaRPr>
          </a:p>
          <a:p>
            <a:pPr indent="0" lvl="0" marL="0" rtl="0" algn="l">
              <a:spcBef>
                <a:spcPts val="0"/>
              </a:spcBef>
              <a:spcAft>
                <a:spcPts val="0"/>
              </a:spcAft>
              <a:buNone/>
            </a:pPr>
            <a:r>
              <a:t/>
            </a:r>
            <a:endParaRPr sz="1600">
              <a:solidFill>
                <a:schemeClr val="accent1"/>
              </a:solidFill>
              <a:latin typeface="Jost"/>
              <a:ea typeface="Jost"/>
              <a:cs typeface="Jost"/>
              <a:sym typeface="Jost"/>
            </a:endParaRPr>
          </a:p>
          <a:p>
            <a:pPr indent="0" lvl="0" marL="0" rtl="0" algn="l">
              <a:spcBef>
                <a:spcPts val="0"/>
              </a:spcBef>
              <a:spcAft>
                <a:spcPts val="0"/>
              </a:spcAft>
              <a:buNone/>
            </a:pPr>
            <a:r>
              <a:rPr lang="en" sz="1600">
                <a:solidFill>
                  <a:schemeClr val="accent1"/>
                </a:solidFill>
                <a:latin typeface="Jost"/>
                <a:ea typeface="Jost"/>
                <a:cs typeface="Jost"/>
                <a:sym typeface="Jost"/>
              </a:rPr>
              <a:t>Recall the earlier model using Year as our predictor. </a:t>
            </a:r>
            <a:endParaRPr sz="1600">
              <a:solidFill>
                <a:schemeClr val="accent1"/>
              </a:solidFill>
              <a:latin typeface="Jost"/>
              <a:ea typeface="Jost"/>
              <a:cs typeface="Jost"/>
              <a:sym typeface="Jost"/>
            </a:endParaRPr>
          </a:p>
        </p:txBody>
      </p:sp>
      <p:pic>
        <p:nvPicPr>
          <p:cNvPr id="537" name="Google Shape;537;p70"/>
          <p:cNvPicPr preferRelativeResize="0"/>
          <p:nvPr/>
        </p:nvPicPr>
        <p:blipFill>
          <a:blip r:embed="rId3">
            <a:alphaModFix/>
          </a:blip>
          <a:stretch>
            <a:fillRect/>
          </a:stretch>
        </p:blipFill>
        <p:spPr>
          <a:xfrm>
            <a:off x="5295875" y="1786850"/>
            <a:ext cx="1759124" cy="204431"/>
          </a:xfrm>
          <a:prstGeom prst="rect">
            <a:avLst/>
          </a:prstGeom>
          <a:noFill/>
          <a:ln>
            <a:noFill/>
          </a:ln>
        </p:spPr>
      </p:pic>
      <p:graphicFrame>
        <p:nvGraphicFramePr>
          <p:cNvPr id="538" name="Google Shape;538;p70"/>
          <p:cNvGraphicFramePr/>
          <p:nvPr/>
        </p:nvGraphicFramePr>
        <p:xfrm>
          <a:off x="671600" y="1991275"/>
          <a:ext cx="3000000" cy="3000000"/>
        </p:xfrm>
        <a:graphic>
          <a:graphicData uri="http://schemas.openxmlformats.org/drawingml/2006/table">
            <a:tbl>
              <a:tblPr>
                <a:noFill/>
                <a:tableStyleId>{8BDD0F2E-0E2E-4E34-956D-0EB346A945BF}</a:tableStyleId>
              </a:tblPr>
              <a:tblGrid>
                <a:gridCol w="3759950"/>
                <a:gridCol w="3759950"/>
              </a:tblGrid>
              <a:tr h="3133125">
                <a:tc>
                  <a:txBody>
                    <a:bodyPr/>
                    <a:lstStyle/>
                    <a:p>
                      <a:pPr indent="0" lvl="0" marL="0" rtl="0" algn="l">
                        <a:spcBef>
                          <a:spcPts val="0"/>
                        </a:spcBef>
                        <a:spcAft>
                          <a:spcPts val="0"/>
                        </a:spcAft>
                        <a:buNone/>
                      </a:pPr>
                      <a:r>
                        <a:rPr b="1" lang="en"/>
                        <a:t>Classical CV:</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b="1" lang="en"/>
                        <a:t>Forward-Chaining CV</a:t>
                      </a:r>
                      <a:endParaRPr b="1"/>
                    </a:p>
                  </a:txBody>
                  <a:tcPr marT="91425" marB="91425" marR="91425" marL="91425"/>
                </a:tc>
              </a:tr>
            </a:tbl>
          </a:graphicData>
        </a:graphic>
      </p:graphicFrame>
      <p:graphicFrame>
        <p:nvGraphicFramePr>
          <p:cNvPr id="539" name="Google Shape;539;p70"/>
          <p:cNvGraphicFramePr/>
          <p:nvPr/>
        </p:nvGraphicFramePr>
        <p:xfrm>
          <a:off x="730850" y="2361413"/>
          <a:ext cx="3000000" cy="3000000"/>
        </p:xfrm>
        <a:graphic>
          <a:graphicData uri="http://schemas.openxmlformats.org/drawingml/2006/table">
            <a:tbl>
              <a:tblPr>
                <a:noFill/>
                <a:tableStyleId>{8BDD0F2E-0E2E-4E34-956D-0EB346A945BF}</a:tableStyleId>
              </a:tblPr>
              <a:tblGrid>
                <a:gridCol w="595950"/>
                <a:gridCol w="595950"/>
                <a:gridCol w="595950"/>
                <a:gridCol w="595950"/>
                <a:gridCol w="595950"/>
                <a:gridCol w="595950"/>
              </a:tblGrid>
              <a:tr h="512150">
                <a:tc>
                  <a:txBody>
                    <a:bodyPr/>
                    <a:lstStyle/>
                    <a:p>
                      <a:pPr indent="0" lvl="0" marL="0" rtl="0" algn="l">
                        <a:spcBef>
                          <a:spcPts val="0"/>
                        </a:spcBef>
                        <a:spcAft>
                          <a:spcPts val="0"/>
                        </a:spcAft>
                        <a:buNone/>
                      </a:pPr>
                      <a:r>
                        <a:rPr b="1" lang="en" sz="800"/>
                        <a:t>Fold</a:t>
                      </a:r>
                      <a:endParaRPr b="1" sz="800"/>
                    </a:p>
                  </a:txBody>
                  <a:tcPr marT="91425" marB="91425" marR="91425" marL="91425"/>
                </a:tc>
                <a:tc>
                  <a:txBody>
                    <a:bodyPr/>
                    <a:lstStyle/>
                    <a:p>
                      <a:pPr indent="0" lvl="0" marL="0" rtl="0" algn="l">
                        <a:spcBef>
                          <a:spcPts val="0"/>
                        </a:spcBef>
                        <a:spcAft>
                          <a:spcPts val="0"/>
                        </a:spcAft>
                        <a:buNone/>
                      </a:pPr>
                      <a:r>
                        <a:rPr b="1" lang="en" sz="800"/>
                        <a:t>Train/</a:t>
                      </a:r>
                      <a:endParaRPr b="1" sz="800"/>
                    </a:p>
                    <a:p>
                      <a:pPr indent="0" lvl="0" marL="0" rtl="0" algn="l">
                        <a:spcBef>
                          <a:spcPts val="0"/>
                        </a:spcBef>
                        <a:spcAft>
                          <a:spcPts val="0"/>
                        </a:spcAft>
                        <a:buNone/>
                      </a:pPr>
                      <a:r>
                        <a:rPr b="1" lang="en" sz="800"/>
                        <a:t>Test</a:t>
                      </a:r>
                      <a:endParaRPr b="1" sz="800"/>
                    </a:p>
                  </a:txBody>
                  <a:tcPr marT="91425" marB="91425" marR="91425" marL="91425"/>
                </a:tc>
                <a:tc>
                  <a:txBody>
                    <a:bodyPr/>
                    <a:lstStyle/>
                    <a:p>
                      <a:pPr indent="0" lvl="0" marL="0" rtl="0" algn="l">
                        <a:spcBef>
                          <a:spcPts val="0"/>
                        </a:spcBef>
                        <a:spcAft>
                          <a:spcPts val="0"/>
                        </a:spcAft>
                        <a:buNone/>
                      </a:pPr>
                      <a:r>
                        <a:rPr b="1" lang="en" sz="800"/>
                        <a:t>MAE</a:t>
                      </a:r>
                      <a:endParaRPr b="1" sz="800"/>
                    </a:p>
                  </a:txBody>
                  <a:tcPr marT="91425" marB="91425" marR="91425" marL="91425"/>
                </a:tc>
                <a:tc>
                  <a:txBody>
                    <a:bodyPr/>
                    <a:lstStyle/>
                    <a:p>
                      <a:pPr indent="0" lvl="0" marL="0" rtl="0" algn="l">
                        <a:spcBef>
                          <a:spcPts val="0"/>
                        </a:spcBef>
                        <a:spcAft>
                          <a:spcPts val="0"/>
                        </a:spcAft>
                        <a:buNone/>
                      </a:pPr>
                      <a:r>
                        <a:rPr b="1" lang="en" sz="800"/>
                        <a:t>Fold</a:t>
                      </a:r>
                      <a:endParaRPr b="1" sz="800"/>
                    </a:p>
                  </a:txBody>
                  <a:tcPr marT="91425" marB="91425" marR="91425" marL="91425"/>
                </a:tc>
                <a:tc>
                  <a:txBody>
                    <a:bodyPr/>
                    <a:lstStyle/>
                    <a:p>
                      <a:pPr indent="0" lvl="0" marL="0" rtl="0" algn="l">
                        <a:spcBef>
                          <a:spcPts val="0"/>
                        </a:spcBef>
                        <a:spcAft>
                          <a:spcPts val="0"/>
                        </a:spcAft>
                        <a:buNone/>
                      </a:pPr>
                      <a:r>
                        <a:rPr b="1" lang="en" sz="800"/>
                        <a:t>Train/</a:t>
                      </a:r>
                      <a:endParaRPr b="1" sz="800"/>
                    </a:p>
                    <a:p>
                      <a:pPr indent="0" lvl="0" marL="0" rtl="0" algn="l">
                        <a:spcBef>
                          <a:spcPts val="0"/>
                        </a:spcBef>
                        <a:spcAft>
                          <a:spcPts val="0"/>
                        </a:spcAft>
                        <a:buNone/>
                      </a:pPr>
                      <a:r>
                        <a:rPr b="1" lang="en" sz="800"/>
                        <a:t>Teat</a:t>
                      </a:r>
                      <a:endParaRPr b="1" sz="800"/>
                    </a:p>
                  </a:txBody>
                  <a:tcPr marT="91425" marB="91425" marR="91425" marL="91425"/>
                </a:tc>
                <a:tc>
                  <a:txBody>
                    <a:bodyPr/>
                    <a:lstStyle/>
                    <a:p>
                      <a:pPr indent="0" lvl="0" marL="0" rtl="0" algn="l">
                        <a:spcBef>
                          <a:spcPts val="0"/>
                        </a:spcBef>
                        <a:spcAft>
                          <a:spcPts val="0"/>
                        </a:spcAft>
                        <a:buNone/>
                      </a:pPr>
                      <a:r>
                        <a:rPr b="1" lang="en" sz="800"/>
                        <a:t>MAE</a:t>
                      </a:r>
                      <a:endParaRPr b="1" sz="800"/>
                    </a:p>
                  </a:txBody>
                  <a:tcPr marT="91425" marB="91425" marR="91425" marL="91425"/>
                </a:tc>
              </a:tr>
              <a:tr h="365800">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90/10%</a:t>
                      </a:r>
                      <a:endParaRPr sz="800"/>
                    </a:p>
                  </a:txBody>
                  <a:tcPr marT="91425" marB="91425" marR="91425" marL="91425"/>
                </a:tc>
                <a:tc>
                  <a:txBody>
                    <a:bodyPr/>
                    <a:lstStyle/>
                    <a:p>
                      <a:pPr indent="0" lvl="0" marL="0" rtl="0" algn="l">
                        <a:spcBef>
                          <a:spcPts val="0"/>
                        </a:spcBef>
                        <a:spcAft>
                          <a:spcPts val="0"/>
                        </a:spcAft>
                        <a:buNone/>
                      </a:pPr>
                      <a:r>
                        <a:rPr lang="en" sz="800"/>
                        <a:t>.136</a:t>
                      </a:r>
                      <a:endParaRPr sz="800"/>
                    </a:p>
                  </a:txBody>
                  <a:tcPr marT="91425" marB="91425" marR="91425" marL="91425"/>
                </a:tc>
                <a:tc>
                  <a:txBody>
                    <a:bodyPr/>
                    <a:lstStyle/>
                    <a:p>
                      <a:pPr indent="0" lvl="0" marL="0" rtl="0" algn="l">
                        <a:spcBef>
                          <a:spcPts val="0"/>
                        </a:spcBef>
                        <a:spcAft>
                          <a:spcPts val="0"/>
                        </a:spcAft>
                        <a:buNone/>
                      </a:pPr>
                      <a:r>
                        <a:rPr lang="en" sz="800"/>
                        <a:t>6</a:t>
                      </a:r>
                      <a:endParaRPr sz="800"/>
                    </a:p>
                  </a:txBody>
                  <a:tcPr marT="91425" marB="91425" marR="91425" marL="91425"/>
                </a:tc>
                <a:tc>
                  <a:txBody>
                    <a:bodyPr/>
                    <a:lstStyle/>
                    <a:p>
                      <a:pPr indent="0" lvl="0" marL="0" rtl="0" algn="l">
                        <a:spcBef>
                          <a:spcPts val="0"/>
                        </a:spcBef>
                        <a:spcAft>
                          <a:spcPts val="0"/>
                        </a:spcAft>
                        <a:buNone/>
                      </a:pPr>
                      <a:r>
                        <a:rPr lang="en" sz="800"/>
                        <a:t>90/10%</a:t>
                      </a:r>
                      <a:endParaRPr sz="800"/>
                    </a:p>
                  </a:txBody>
                  <a:tcPr marT="91425" marB="91425" marR="91425" marL="91425"/>
                </a:tc>
                <a:tc>
                  <a:txBody>
                    <a:bodyPr/>
                    <a:lstStyle/>
                    <a:p>
                      <a:pPr indent="0" lvl="0" marL="0" rtl="0" algn="l">
                        <a:spcBef>
                          <a:spcPts val="0"/>
                        </a:spcBef>
                        <a:spcAft>
                          <a:spcPts val="0"/>
                        </a:spcAft>
                        <a:buNone/>
                      </a:pPr>
                      <a:r>
                        <a:rPr lang="en" sz="800"/>
                        <a:t>.151</a:t>
                      </a:r>
                      <a:endParaRPr sz="800"/>
                    </a:p>
                  </a:txBody>
                  <a:tcPr marT="91425" marB="91425" marR="91425" marL="91425"/>
                </a:tc>
              </a:tr>
              <a:tr h="365800">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90/10%</a:t>
                      </a:r>
                      <a:endParaRPr sz="800"/>
                    </a:p>
                  </a:txBody>
                  <a:tcPr marT="91425" marB="91425" marR="91425" marL="91425"/>
                </a:tc>
                <a:tc>
                  <a:txBody>
                    <a:bodyPr/>
                    <a:lstStyle/>
                    <a:p>
                      <a:pPr indent="0" lvl="0" marL="0" rtl="0" algn="l">
                        <a:spcBef>
                          <a:spcPts val="0"/>
                        </a:spcBef>
                        <a:spcAft>
                          <a:spcPts val="0"/>
                        </a:spcAft>
                        <a:buNone/>
                      </a:pPr>
                      <a:r>
                        <a:rPr lang="en" sz="800"/>
                        <a:t>.181</a:t>
                      </a:r>
                      <a:endParaRPr sz="800"/>
                    </a:p>
                  </a:txBody>
                  <a:tcPr marT="91425" marB="91425" marR="91425" marL="91425"/>
                </a:tc>
                <a:tc>
                  <a:txBody>
                    <a:bodyPr/>
                    <a:lstStyle/>
                    <a:p>
                      <a:pPr indent="0" lvl="0" marL="0" rtl="0" algn="l">
                        <a:spcBef>
                          <a:spcPts val="0"/>
                        </a:spcBef>
                        <a:spcAft>
                          <a:spcPts val="0"/>
                        </a:spcAft>
                        <a:buNone/>
                      </a:pPr>
                      <a:r>
                        <a:rPr lang="en" sz="800"/>
                        <a:t>7</a:t>
                      </a:r>
                      <a:endParaRPr sz="800"/>
                    </a:p>
                  </a:txBody>
                  <a:tcPr marT="91425" marB="91425" marR="91425" marL="91425"/>
                </a:tc>
                <a:tc>
                  <a:txBody>
                    <a:bodyPr/>
                    <a:lstStyle/>
                    <a:p>
                      <a:pPr indent="0" lvl="0" marL="0" rtl="0" algn="l">
                        <a:spcBef>
                          <a:spcPts val="0"/>
                        </a:spcBef>
                        <a:spcAft>
                          <a:spcPts val="0"/>
                        </a:spcAft>
                        <a:buNone/>
                      </a:pPr>
                      <a:r>
                        <a:rPr lang="en" sz="800"/>
                        <a:t>90/10%</a:t>
                      </a:r>
                      <a:endParaRPr sz="800"/>
                    </a:p>
                  </a:txBody>
                  <a:tcPr marT="91425" marB="91425" marR="91425" marL="91425"/>
                </a:tc>
                <a:tc>
                  <a:txBody>
                    <a:bodyPr/>
                    <a:lstStyle/>
                    <a:p>
                      <a:pPr indent="0" lvl="0" marL="0" rtl="0" algn="l">
                        <a:spcBef>
                          <a:spcPts val="0"/>
                        </a:spcBef>
                        <a:spcAft>
                          <a:spcPts val="0"/>
                        </a:spcAft>
                        <a:buNone/>
                      </a:pPr>
                      <a:r>
                        <a:rPr lang="en" sz="800"/>
                        <a:t>.161</a:t>
                      </a:r>
                      <a:endParaRPr sz="800"/>
                    </a:p>
                  </a:txBody>
                  <a:tcPr marT="91425" marB="91425" marR="91425" marL="91425"/>
                </a:tc>
              </a:tr>
              <a:tr h="365800">
                <a:tc>
                  <a:txBody>
                    <a:bodyPr/>
                    <a:lstStyle/>
                    <a:p>
                      <a:pPr indent="0" lvl="0" marL="0" rtl="0" algn="l">
                        <a:spcBef>
                          <a:spcPts val="0"/>
                        </a:spcBef>
                        <a:spcAft>
                          <a:spcPts val="0"/>
                        </a:spcAft>
                        <a:buNone/>
                      </a:pPr>
                      <a:r>
                        <a:rPr lang="en" sz="800"/>
                        <a:t>3</a:t>
                      </a:r>
                      <a:endParaRPr sz="800"/>
                    </a:p>
                  </a:txBody>
                  <a:tcPr marT="91425" marB="91425" marR="91425" marL="91425"/>
                </a:tc>
                <a:tc>
                  <a:txBody>
                    <a:bodyPr/>
                    <a:lstStyle/>
                    <a:p>
                      <a:pPr indent="0" lvl="0" marL="0" rtl="0" algn="l">
                        <a:spcBef>
                          <a:spcPts val="0"/>
                        </a:spcBef>
                        <a:spcAft>
                          <a:spcPts val="0"/>
                        </a:spcAft>
                        <a:buNone/>
                      </a:pPr>
                      <a:r>
                        <a:rPr lang="en" sz="800"/>
                        <a:t>90/10%</a:t>
                      </a:r>
                      <a:endParaRPr sz="800"/>
                    </a:p>
                  </a:txBody>
                  <a:tcPr marT="91425" marB="91425" marR="91425" marL="91425"/>
                </a:tc>
                <a:tc>
                  <a:txBody>
                    <a:bodyPr/>
                    <a:lstStyle/>
                    <a:p>
                      <a:pPr indent="0" lvl="0" marL="0" rtl="0" algn="l">
                        <a:spcBef>
                          <a:spcPts val="0"/>
                        </a:spcBef>
                        <a:spcAft>
                          <a:spcPts val="0"/>
                        </a:spcAft>
                        <a:buNone/>
                      </a:pPr>
                      <a:r>
                        <a:rPr lang="en" sz="800"/>
                        <a:t>.192</a:t>
                      </a:r>
                      <a:endParaRPr sz="800"/>
                    </a:p>
                  </a:txBody>
                  <a:tcPr marT="91425" marB="91425" marR="91425" marL="91425"/>
                </a:tc>
                <a:tc>
                  <a:txBody>
                    <a:bodyPr/>
                    <a:lstStyle/>
                    <a:p>
                      <a:pPr indent="0" lvl="0" marL="0" rtl="0" algn="l">
                        <a:spcBef>
                          <a:spcPts val="0"/>
                        </a:spcBef>
                        <a:spcAft>
                          <a:spcPts val="0"/>
                        </a:spcAft>
                        <a:buNone/>
                      </a:pPr>
                      <a:r>
                        <a:rPr lang="en" sz="800"/>
                        <a:t>8</a:t>
                      </a:r>
                      <a:endParaRPr sz="800"/>
                    </a:p>
                  </a:txBody>
                  <a:tcPr marT="91425" marB="91425" marR="91425" marL="91425"/>
                </a:tc>
                <a:tc>
                  <a:txBody>
                    <a:bodyPr/>
                    <a:lstStyle/>
                    <a:p>
                      <a:pPr indent="0" lvl="0" marL="0" rtl="0" algn="l">
                        <a:spcBef>
                          <a:spcPts val="0"/>
                        </a:spcBef>
                        <a:spcAft>
                          <a:spcPts val="0"/>
                        </a:spcAft>
                        <a:buNone/>
                      </a:pPr>
                      <a:r>
                        <a:rPr lang="en" sz="800"/>
                        <a:t>90/10%</a:t>
                      </a:r>
                      <a:endParaRPr sz="800"/>
                    </a:p>
                  </a:txBody>
                  <a:tcPr marT="91425" marB="91425" marR="91425" marL="91425"/>
                </a:tc>
                <a:tc>
                  <a:txBody>
                    <a:bodyPr/>
                    <a:lstStyle/>
                    <a:p>
                      <a:pPr indent="0" lvl="0" marL="0" rtl="0" algn="l">
                        <a:spcBef>
                          <a:spcPts val="0"/>
                        </a:spcBef>
                        <a:spcAft>
                          <a:spcPts val="0"/>
                        </a:spcAft>
                        <a:buNone/>
                      </a:pPr>
                      <a:r>
                        <a:rPr lang="en" sz="800"/>
                        <a:t>.194</a:t>
                      </a:r>
                      <a:endParaRPr sz="800"/>
                    </a:p>
                  </a:txBody>
                  <a:tcPr marT="91425" marB="91425" marR="91425" marL="91425"/>
                </a:tc>
              </a:tr>
              <a:tr h="365800">
                <a:tc>
                  <a:txBody>
                    <a:bodyPr/>
                    <a:lstStyle/>
                    <a:p>
                      <a:pPr indent="0" lvl="0" marL="0" rtl="0" algn="l">
                        <a:spcBef>
                          <a:spcPts val="0"/>
                        </a:spcBef>
                        <a:spcAft>
                          <a:spcPts val="0"/>
                        </a:spcAft>
                        <a:buNone/>
                      </a:pPr>
                      <a:r>
                        <a:rPr lang="en" sz="800"/>
                        <a:t>4</a:t>
                      </a:r>
                      <a:endParaRPr sz="800"/>
                    </a:p>
                  </a:txBody>
                  <a:tcPr marT="91425" marB="91425" marR="91425" marL="91425"/>
                </a:tc>
                <a:tc>
                  <a:txBody>
                    <a:bodyPr/>
                    <a:lstStyle/>
                    <a:p>
                      <a:pPr indent="0" lvl="0" marL="0" rtl="0" algn="l">
                        <a:spcBef>
                          <a:spcPts val="0"/>
                        </a:spcBef>
                        <a:spcAft>
                          <a:spcPts val="0"/>
                        </a:spcAft>
                        <a:buNone/>
                      </a:pPr>
                      <a:r>
                        <a:rPr lang="en" sz="800"/>
                        <a:t>90/10%</a:t>
                      </a:r>
                      <a:endParaRPr sz="800"/>
                    </a:p>
                  </a:txBody>
                  <a:tcPr marT="91425" marB="91425" marR="91425" marL="91425"/>
                </a:tc>
                <a:tc>
                  <a:txBody>
                    <a:bodyPr/>
                    <a:lstStyle/>
                    <a:p>
                      <a:pPr indent="0" lvl="0" marL="0" rtl="0" algn="l">
                        <a:spcBef>
                          <a:spcPts val="0"/>
                        </a:spcBef>
                        <a:spcAft>
                          <a:spcPts val="0"/>
                        </a:spcAft>
                        <a:buNone/>
                      </a:pPr>
                      <a:r>
                        <a:rPr lang="en" sz="800"/>
                        <a:t>.158</a:t>
                      </a:r>
                      <a:endParaRPr sz="800"/>
                    </a:p>
                  </a:txBody>
                  <a:tcPr marT="91425" marB="91425" marR="91425" marL="91425"/>
                </a:tc>
                <a:tc>
                  <a:txBody>
                    <a:bodyPr/>
                    <a:lstStyle/>
                    <a:p>
                      <a:pPr indent="0" lvl="0" marL="0" rtl="0" algn="l">
                        <a:spcBef>
                          <a:spcPts val="0"/>
                        </a:spcBef>
                        <a:spcAft>
                          <a:spcPts val="0"/>
                        </a:spcAft>
                        <a:buNone/>
                      </a:pPr>
                      <a:r>
                        <a:rPr lang="en" sz="800"/>
                        <a:t>9</a:t>
                      </a:r>
                      <a:endParaRPr sz="800"/>
                    </a:p>
                  </a:txBody>
                  <a:tcPr marT="91425" marB="91425" marR="91425" marL="91425"/>
                </a:tc>
                <a:tc>
                  <a:txBody>
                    <a:bodyPr/>
                    <a:lstStyle/>
                    <a:p>
                      <a:pPr indent="0" lvl="0" marL="0" rtl="0" algn="l">
                        <a:spcBef>
                          <a:spcPts val="0"/>
                        </a:spcBef>
                        <a:spcAft>
                          <a:spcPts val="0"/>
                        </a:spcAft>
                        <a:buNone/>
                      </a:pPr>
                      <a:r>
                        <a:rPr lang="en" sz="800"/>
                        <a:t>90/10%</a:t>
                      </a:r>
                      <a:endParaRPr sz="800"/>
                    </a:p>
                  </a:txBody>
                  <a:tcPr marT="91425" marB="91425" marR="91425" marL="91425"/>
                </a:tc>
                <a:tc>
                  <a:txBody>
                    <a:bodyPr/>
                    <a:lstStyle/>
                    <a:p>
                      <a:pPr indent="0" lvl="0" marL="0" rtl="0" algn="l">
                        <a:spcBef>
                          <a:spcPts val="0"/>
                        </a:spcBef>
                        <a:spcAft>
                          <a:spcPts val="0"/>
                        </a:spcAft>
                        <a:buNone/>
                      </a:pPr>
                      <a:r>
                        <a:rPr lang="en" sz="800"/>
                        <a:t>.146</a:t>
                      </a:r>
                      <a:endParaRPr sz="800"/>
                    </a:p>
                  </a:txBody>
                  <a:tcPr marT="91425" marB="91425" marR="91425" marL="91425"/>
                </a:tc>
              </a:tr>
              <a:tr h="365800">
                <a:tc>
                  <a:txBody>
                    <a:bodyPr/>
                    <a:lstStyle/>
                    <a:p>
                      <a:pPr indent="0" lvl="0" marL="0" rtl="0" algn="l">
                        <a:spcBef>
                          <a:spcPts val="0"/>
                        </a:spcBef>
                        <a:spcAft>
                          <a:spcPts val="0"/>
                        </a:spcAft>
                        <a:buNone/>
                      </a:pPr>
                      <a:r>
                        <a:rPr lang="en" sz="800"/>
                        <a:t>5</a:t>
                      </a:r>
                      <a:endParaRPr sz="800"/>
                    </a:p>
                  </a:txBody>
                  <a:tcPr marT="91425" marB="91425" marR="91425" marL="91425"/>
                </a:tc>
                <a:tc>
                  <a:txBody>
                    <a:bodyPr/>
                    <a:lstStyle/>
                    <a:p>
                      <a:pPr indent="0" lvl="0" marL="0" rtl="0" algn="l">
                        <a:spcBef>
                          <a:spcPts val="0"/>
                        </a:spcBef>
                        <a:spcAft>
                          <a:spcPts val="0"/>
                        </a:spcAft>
                        <a:buNone/>
                      </a:pPr>
                      <a:r>
                        <a:rPr lang="en" sz="800"/>
                        <a:t>90/10%</a:t>
                      </a:r>
                      <a:endParaRPr sz="800"/>
                    </a:p>
                  </a:txBody>
                  <a:tcPr marT="91425" marB="91425" marR="91425" marL="91425"/>
                </a:tc>
                <a:tc>
                  <a:txBody>
                    <a:bodyPr/>
                    <a:lstStyle/>
                    <a:p>
                      <a:pPr indent="0" lvl="0" marL="0" rtl="0" algn="l">
                        <a:spcBef>
                          <a:spcPts val="0"/>
                        </a:spcBef>
                        <a:spcAft>
                          <a:spcPts val="0"/>
                        </a:spcAft>
                        <a:buNone/>
                      </a:pPr>
                      <a:r>
                        <a:rPr lang="en" sz="800"/>
                        <a:t>.174</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rPr lang="en" sz="800"/>
                        <a:t>R</a:t>
                      </a:r>
                      <a:r>
                        <a:rPr baseline="30000" lang="en" sz="800"/>
                        <a:t>2</a:t>
                      </a:r>
                      <a:endParaRPr sz="800"/>
                    </a:p>
                  </a:txBody>
                  <a:tcPr marT="91425" marB="91425" marR="91425" marL="91425"/>
                </a:tc>
                <a:tc>
                  <a:txBody>
                    <a:bodyPr/>
                    <a:lstStyle/>
                    <a:p>
                      <a:pPr indent="0" lvl="0" marL="0" rtl="0" algn="l">
                        <a:spcBef>
                          <a:spcPts val="0"/>
                        </a:spcBef>
                        <a:spcAft>
                          <a:spcPts val="0"/>
                        </a:spcAft>
                        <a:buNone/>
                      </a:pPr>
                      <a:r>
                        <a:rPr lang="en" sz="800"/>
                        <a:t>.7795</a:t>
                      </a:r>
                      <a:endParaRPr sz="800"/>
                    </a:p>
                  </a:txBody>
                  <a:tcPr marT="91425" marB="91425" marR="91425" marL="91425"/>
                </a:tc>
              </a:tr>
            </a:tbl>
          </a:graphicData>
        </a:graphic>
      </p:graphicFrame>
      <p:graphicFrame>
        <p:nvGraphicFramePr>
          <p:cNvPr id="540" name="Google Shape;540;p70"/>
          <p:cNvGraphicFramePr/>
          <p:nvPr/>
        </p:nvGraphicFramePr>
        <p:xfrm>
          <a:off x="4498675" y="2386913"/>
          <a:ext cx="3000000" cy="3000000"/>
        </p:xfrm>
        <a:graphic>
          <a:graphicData uri="http://schemas.openxmlformats.org/drawingml/2006/table">
            <a:tbl>
              <a:tblPr>
                <a:noFill/>
                <a:tableStyleId>{8BDD0F2E-0E2E-4E34-956D-0EB346A945BF}</a:tableStyleId>
              </a:tblPr>
              <a:tblGrid>
                <a:gridCol w="571300"/>
                <a:gridCol w="571300"/>
                <a:gridCol w="571300"/>
                <a:gridCol w="571300"/>
                <a:gridCol w="571300"/>
                <a:gridCol w="571300"/>
              </a:tblGrid>
              <a:tr h="512125">
                <a:tc>
                  <a:txBody>
                    <a:bodyPr/>
                    <a:lstStyle/>
                    <a:p>
                      <a:pPr indent="0" lvl="0" marL="0" rtl="0" algn="l">
                        <a:spcBef>
                          <a:spcPts val="0"/>
                        </a:spcBef>
                        <a:spcAft>
                          <a:spcPts val="0"/>
                        </a:spcAft>
                        <a:buNone/>
                      </a:pPr>
                      <a:r>
                        <a:rPr b="1" lang="en" sz="800"/>
                        <a:t>Fold</a:t>
                      </a:r>
                      <a:endParaRPr b="1" sz="800"/>
                    </a:p>
                  </a:txBody>
                  <a:tcPr marT="91425" marB="91425" marR="91425" marL="91425"/>
                </a:tc>
                <a:tc>
                  <a:txBody>
                    <a:bodyPr/>
                    <a:lstStyle/>
                    <a:p>
                      <a:pPr indent="0" lvl="0" marL="0" rtl="0" algn="l">
                        <a:spcBef>
                          <a:spcPts val="0"/>
                        </a:spcBef>
                        <a:spcAft>
                          <a:spcPts val="0"/>
                        </a:spcAft>
                        <a:buNone/>
                      </a:pPr>
                      <a:r>
                        <a:rPr b="1" lang="en" sz="800"/>
                        <a:t>Train/</a:t>
                      </a:r>
                      <a:endParaRPr b="1" sz="800"/>
                    </a:p>
                    <a:p>
                      <a:pPr indent="0" lvl="0" marL="0" rtl="0" algn="l">
                        <a:spcBef>
                          <a:spcPts val="0"/>
                        </a:spcBef>
                        <a:spcAft>
                          <a:spcPts val="0"/>
                        </a:spcAft>
                        <a:buNone/>
                      </a:pPr>
                      <a:r>
                        <a:rPr b="1" lang="en" sz="800"/>
                        <a:t>Test</a:t>
                      </a:r>
                      <a:endParaRPr b="1" sz="800"/>
                    </a:p>
                  </a:txBody>
                  <a:tcPr marT="91425" marB="91425" marR="91425" marL="91425"/>
                </a:tc>
                <a:tc>
                  <a:txBody>
                    <a:bodyPr/>
                    <a:lstStyle/>
                    <a:p>
                      <a:pPr indent="0" lvl="0" marL="0" rtl="0" algn="l">
                        <a:spcBef>
                          <a:spcPts val="0"/>
                        </a:spcBef>
                        <a:spcAft>
                          <a:spcPts val="0"/>
                        </a:spcAft>
                        <a:buNone/>
                      </a:pPr>
                      <a:r>
                        <a:rPr b="1" lang="en" sz="800"/>
                        <a:t>MAE</a:t>
                      </a:r>
                      <a:endParaRPr b="1" sz="800"/>
                    </a:p>
                  </a:txBody>
                  <a:tcPr marT="91425" marB="91425" marR="91425" marL="91425"/>
                </a:tc>
                <a:tc>
                  <a:txBody>
                    <a:bodyPr/>
                    <a:lstStyle/>
                    <a:p>
                      <a:pPr indent="0" lvl="0" marL="0" rtl="0" algn="l">
                        <a:spcBef>
                          <a:spcPts val="0"/>
                        </a:spcBef>
                        <a:spcAft>
                          <a:spcPts val="0"/>
                        </a:spcAft>
                        <a:buNone/>
                      </a:pPr>
                      <a:r>
                        <a:rPr b="1" lang="en" sz="800"/>
                        <a:t>Fold</a:t>
                      </a:r>
                      <a:endParaRPr b="1" sz="800"/>
                    </a:p>
                  </a:txBody>
                  <a:tcPr marT="91425" marB="91425" marR="91425" marL="91425"/>
                </a:tc>
                <a:tc>
                  <a:txBody>
                    <a:bodyPr/>
                    <a:lstStyle/>
                    <a:p>
                      <a:pPr indent="0" lvl="0" marL="0" rtl="0" algn="l">
                        <a:spcBef>
                          <a:spcPts val="0"/>
                        </a:spcBef>
                        <a:spcAft>
                          <a:spcPts val="0"/>
                        </a:spcAft>
                        <a:buNone/>
                      </a:pPr>
                      <a:r>
                        <a:rPr b="1" lang="en" sz="800"/>
                        <a:t>Train/</a:t>
                      </a:r>
                      <a:endParaRPr b="1" sz="800"/>
                    </a:p>
                    <a:p>
                      <a:pPr indent="0" lvl="0" marL="0" rtl="0" algn="l">
                        <a:spcBef>
                          <a:spcPts val="0"/>
                        </a:spcBef>
                        <a:spcAft>
                          <a:spcPts val="0"/>
                        </a:spcAft>
                        <a:buNone/>
                      </a:pPr>
                      <a:r>
                        <a:rPr b="1" lang="en" sz="800"/>
                        <a:t>Teat</a:t>
                      </a:r>
                      <a:endParaRPr b="1" sz="800"/>
                    </a:p>
                  </a:txBody>
                  <a:tcPr marT="91425" marB="91425" marR="91425" marL="91425"/>
                </a:tc>
                <a:tc>
                  <a:txBody>
                    <a:bodyPr/>
                    <a:lstStyle/>
                    <a:p>
                      <a:pPr indent="0" lvl="0" marL="0" rtl="0" algn="l">
                        <a:spcBef>
                          <a:spcPts val="0"/>
                        </a:spcBef>
                        <a:spcAft>
                          <a:spcPts val="0"/>
                        </a:spcAft>
                        <a:buNone/>
                      </a:pPr>
                      <a:r>
                        <a:rPr b="1" lang="en" sz="800"/>
                        <a:t>MAE</a:t>
                      </a:r>
                      <a:endParaRPr b="1" sz="800"/>
                    </a:p>
                  </a:txBody>
                  <a:tcPr marT="91425" marB="91425" marR="91425" marL="91425"/>
                </a:tc>
              </a:tr>
              <a:tr h="365800">
                <a:tc>
                  <a:txBody>
                    <a:bodyPr/>
                    <a:lstStyle/>
                    <a:p>
                      <a:pPr indent="0" lvl="0" marL="0" rtl="0" algn="l">
                        <a:spcBef>
                          <a:spcPts val="0"/>
                        </a:spcBef>
                        <a:spcAft>
                          <a:spcPts val="0"/>
                        </a:spcAft>
                        <a:buNone/>
                      </a:pPr>
                      <a:r>
                        <a:rPr lang="en" sz="800"/>
                        <a:t>1</a:t>
                      </a:r>
                      <a:endParaRPr sz="800"/>
                    </a:p>
                  </a:txBody>
                  <a:tcPr marT="91425" marB="91425" marR="91425" marL="91425"/>
                </a:tc>
                <a:tc>
                  <a:txBody>
                    <a:bodyPr/>
                    <a:lstStyle/>
                    <a:p>
                      <a:pPr indent="0" lvl="0" marL="0" rtl="0" algn="l">
                        <a:spcBef>
                          <a:spcPts val="0"/>
                        </a:spcBef>
                        <a:spcAft>
                          <a:spcPts val="0"/>
                        </a:spcAft>
                        <a:buNone/>
                      </a:pPr>
                      <a:r>
                        <a:rPr lang="en" sz="800"/>
                        <a:t>11/9%</a:t>
                      </a:r>
                      <a:endParaRPr sz="800"/>
                    </a:p>
                  </a:txBody>
                  <a:tcPr marT="91425" marB="91425" marR="91425" marL="91425"/>
                </a:tc>
                <a:tc>
                  <a:txBody>
                    <a:bodyPr/>
                    <a:lstStyle/>
                    <a:p>
                      <a:pPr indent="0" lvl="0" marL="0" rtl="0" algn="l">
                        <a:spcBef>
                          <a:spcPts val="0"/>
                        </a:spcBef>
                        <a:spcAft>
                          <a:spcPts val="0"/>
                        </a:spcAft>
                        <a:buNone/>
                      </a:pPr>
                      <a:r>
                        <a:rPr lang="en" sz="800"/>
                        <a:t>.117</a:t>
                      </a:r>
                      <a:endParaRPr sz="800"/>
                    </a:p>
                  </a:txBody>
                  <a:tcPr marT="91425" marB="91425" marR="91425" marL="91425"/>
                </a:tc>
                <a:tc>
                  <a:txBody>
                    <a:bodyPr/>
                    <a:lstStyle/>
                    <a:p>
                      <a:pPr indent="0" lvl="0" marL="0" rtl="0" algn="l">
                        <a:spcBef>
                          <a:spcPts val="0"/>
                        </a:spcBef>
                        <a:spcAft>
                          <a:spcPts val="0"/>
                        </a:spcAft>
                        <a:buNone/>
                      </a:pPr>
                      <a:r>
                        <a:rPr lang="en" sz="800"/>
                        <a:t>6</a:t>
                      </a:r>
                      <a:endParaRPr sz="800"/>
                    </a:p>
                  </a:txBody>
                  <a:tcPr marT="91425" marB="91425" marR="91425" marL="91425"/>
                </a:tc>
                <a:tc>
                  <a:txBody>
                    <a:bodyPr/>
                    <a:lstStyle/>
                    <a:p>
                      <a:pPr indent="0" lvl="0" marL="0" rtl="0" algn="l">
                        <a:spcBef>
                          <a:spcPts val="0"/>
                        </a:spcBef>
                        <a:spcAft>
                          <a:spcPts val="0"/>
                        </a:spcAft>
                        <a:buNone/>
                      </a:pPr>
                      <a:r>
                        <a:rPr lang="en" sz="800"/>
                        <a:t>64/9%</a:t>
                      </a:r>
                      <a:endParaRPr sz="800"/>
                    </a:p>
                  </a:txBody>
                  <a:tcPr marT="91425" marB="91425" marR="91425" marL="91425"/>
                </a:tc>
                <a:tc>
                  <a:txBody>
                    <a:bodyPr/>
                    <a:lstStyle/>
                    <a:p>
                      <a:pPr indent="0" lvl="0" marL="0" rtl="0" algn="l">
                        <a:spcBef>
                          <a:spcPts val="0"/>
                        </a:spcBef>
                        <a:spcAft>
                          <a:spcPts val="0"/>
                        </a:spcAft>
                        <a:buNone/>
                      </a:pPr>
                      <a:r>
                        <a:rPr lang="en" sz="800"/>
                        <a:t>.129</a:t>
                      </a:r>
                      <a:endParaRPr sz="800"/>
                    </a:p>
                  </a:txBody>
                  <a:tcPr marT="91425" marB="91425" marR="91425" marL="91425"/>
                </a:tc>
              </a:tr>
              <a:tr h="365800">
                <a:tc>
                  <a:txBody>
                    <a:bodyPr/>
                    <a:lstStyle/>
                    <a:p>
                      <a:pPr indent="0" lvl="0" marL="0" rtl="0" algn="l">
                        <a:spcBef>
                          <a:spcPts val="0"/>
                        </a:spcBef>
                        <a:spcAft>
                          <a:spcPts val="0"/>
                        </a:spcAft>
                        <a:buNone/>
                      </a:pPr>
                      <a:r>
                        <a:rPr lang="en" sz="800"/>
                        <a:t>2</a:t>
                      </a:r>
                      <a:endParaRPr sz="800"/>
                    </a:p>
                  </a:txBody>
                  <a:tcPr marT="91425" marB="91425" marR="91425" marL="91425"/>
                </a:tc>
                <a:tc>
                  <a:txBody>
                    <a:bodyPr/>
                    <a:lstStyle/>
                    <a:p>
                      <a:pPr indent="0" lvl="0" marL="0" rtl="0" algn="l">
                        <a:spcBef>
                          <a:spcPts val="0"/>
                        </a:spcBef>
                        <a:spcAft>
                          <a:spcPts val="0"/>
                        </a:spcAft>
                        <a:buNone/>
                      </a:pPr>
                      <a:r>
                        <a:rPr lang="en" sz="800"/>
                        <a:t>20/9%</a:t>
                      </a:r>
                      <a:endParaRPr sz="800"/>
                    </a:p>
                  </a:txBody>
                  <a:tcPr marT="91425" marB="91425" marR="91425" marL="91425"/>
                </a:tc>
                <a:tc>
                  <a:txBody>
                    <a:bodyPr/>
                    <a:lstStyle/>
                    <a:p>
                      <a:pPr indent="0" lvl="0" marL="0" rtl="0" algn="l">
                        <a:spcBef>
                          <a:spcPts val="0"/>
                        </a:spcBef>
                        <a:spcAft>
                          <a:spcPts val="0"/>
                        </a:spcAft>
                        <a:buNone/>
                      </a:pPr>
                      <a:r>
                        <a:rPr lang="en" sz="800"/>
                        <a:t>.153</a:t>
                      </a:r>
                      <a:endParaRPr sz="800"/>
                    </a:p>
                  </a:txBody>
                  <a:tcPr marT="91425" marB="91425" marR="91425" marL="91425"/>
                </a:tc>
                <a:tc>
                  <a:txBody>
                    <a:bodyPr/>
                    <a:lstStyle/>
                    <a:p>
                      <a:pPr indent="0" lvl="0" marL="0" rtl="0" algn="l">
                        <a:spcBef>
                          <a:spcPts val="0"/>
                        </a:spcBef>
                        <a:spcAft>
                          <a:spcPts val="0"/>
                        </a:spcAft>
                        <a:buNone/>
                      </a:pPr>
                      <a:r>
                        <a:rPr lang="en" sz="800"/>
                        <a:t>7</a:t>
                      </a:r>
                      <a:endParaRPr sz="800"/>
                    </a:p>
                  </a:txBody>
                  <a:tcPr marT="91425" marB="91425" marR="91425" marL="91425"/>
                </a:tc>
                <a:tc>
                  <a:txBody>
                    <a:bodyPr/>
                    <a:lstStyle/>
                    <a:p>
                      <a:pPr indent="0" lvl="0" marL="0" rtl="0" algn="l">
                        <a:spcBef>
                          <a:spcPts val="0"/>
                        </a:spcBef>
                        <a:spcAft>
                          <a:spcPts val="0"/>
                        </a:spcAft>
                        <a:buNone/>
                      </a:pPr>
                      <a:r>
                        <a:rPr lang="en" sz="800"/>
                        <a:t>73/9%</a:t>
                      </a:r>
                      <a:endParaRPr sz="800"/>
                    </a:p>
                  </a:txBody>
                  <a:tcPr marT="91425" marB="91425" marR="91425" marL="91425"/>
                </a:tc>
                <a:tc>
                  <a:txBody>
                    <a:bodyPr/>
                    <a:lstStyle/>
                    <a:p>
                      <a:pPr indent="0" lvl="0" marL="0" rtl="0" algn="l">
                        <a:spcBef>
                          <a:spcPts val="0"/>
                        </a:spcBef>
                        <a:spcAft>
                          <a:spcPts val="0"/>
                        </a:spcAft>
                        <a:buNone/>
                      </a:pPr>
                      <a:r>
                        <a:rPr lang="en" sz="800"/>
                        <a:t>.237</a:t>
                      </a:r>
                      <a:endParaRPr sz="800"/>
                    </a:p>
                  </a:txBody>
                  <a:tcPr marT="91425" marB="91425" marR="91425" marL="91425"/>
                </a:tc>
              </a:tr>
              <a:tr h="365800">
                <a:tc>
                  <a:txBody>
                    <a:bodyPr/>
                    <a:lstStyle/>
                    <a:p>
                      <a:pPr indent="0" lvl="0" marL="0" rtl="0" algn="l">
                        <a:spcBef>
                          <a:spcPts val="0"/>
                        </a:spcBef>
                        <a:spcAft>
                          <a:spcPts val="0"/>
                        </a:spcAft>
                        <a:buNone/>
                      </a:pPr>
                      <a:r>
                        <a:rPr lang="en" sz="800"/>
                        <a:t>3</a:t>
                      </a:r>
                      <a:endParaRPr sz="800"/>
                    </a:p>
                  </a:txBody>
                  <a:tcPr marT="91425" marB="91425" marR="91425" marL="91425"/>
                </a:tc>
                <a:tc>
                  <a:txBody>
                    <a:bodyPr/>
                    <a:lstStyle/>
                    <a:p>
                      <a:pPr indent="0" lvl="0" marL="0" rtl="0" algn="l">
                        <a:spcBef>
                          <a:spcPts val="0"/>
                        </a:spcBef>
                        <a:spcAft>
                          <a:spcPts val="0"/>
                        </a:spcAft>
                        <a:buNone/>
                      </a:pPr>
                      <a:r>
                        <a:rPr lang="en" sz="800"/>
                        <a:t>38/9%</a:t>
                      </a:r>
                      <a:endParaRPr sz="800"/>
                    </a:p>
                  </a:txBody>
                  <a:tcPr marT="91425" marB="91425" marR="91425" marL="91425"/>
                </a:tc>
                <a:tc>
                  <a:txBody>
                    <a:bodyPr/>
                    <a:lstStyle/>
                    <a:p>
                      <a:pPr indent="0" lvl="0" marL="0" rtl="0" algn="l">
                        <a:spcBef>
                          <a:spcPts val="0"/>
                        </a:spcBef>
                        <a:spcAft>
                          <a:spcPts val="0"/>
                        </a:spcAft>
                        <a:buNone/>
                      </a:pPr>
                      <a:r>
                        <a:rPr lang="en" sz="800"/>
                        <a:t>.282</a:t>
                      </a:r>
                      <a:endParaRPr sz="800"/>
                    </a:p>
                  </a:txBody>
                  <a:tcPr marT="91425" marB="91425" marR="91425" marL="91425"/>
                </a:tc>
                <a:tc>
                  <a:txBody>
                    <a:bodyPr/>
                    <a:lstStyle/>
                    <a:p>
                      <a:pPr indent="0" lvl="0" marL="0" rtl="0" algn="l">
                        <a:spcBef>
                          <a:spcPts val="0"/>
                        </a:spcBef>
                        <a:spcAft>
                          <a:spcPts val="0"/>
                        </a:spcAft>
                        <a:buNone/>
                      </a:pPr>
                      <a:r>
                        <a:rPr lang="en" sz="800"/>
                        <a:t>8</a:t>
                      </a:r>
                      <a:endParaRPr sz="800"/>
                    </a:p>
                  </a:txBody>
                  <a:tcPr marT="91425" marB="91425" marR="91425" marL="91425"/>
                </a:tc>
                <a:tc>
                  <a:txBody>
                    <a:bodyPr/>
                    <a:lstStyle/>
                    <a:p>
                      <a:pPr indent="0" lvl="0" marL="0" rtl="0" algn="l">
                        <a:spcBef>
                          <a:spcPts val="0"/>
                        </a:spcBef>
                        <a:spcAft>
                          <a:spcPts val="0"/>
                        </a:spcAft>
                        <a:buNone/>
                      </a:pPr>
                      <a:r>
                        <a:rPr lang="en" sz="800"/>
                        <a:t>82/9%</a:t>
                      </a:r>
                      <a:endParaRPr sz="800"/>
                    </a:p>
                  </a:txBody>
                  <a:tcPr marT="91425" marB="91425" marR="91425" marL="91425"/>
                </a:tc>
                <a:tc>
                  <a:txBody>
                    <a:bodyPr/>
                    <a:lstStyle/>
                    <a:p>
                      <a:pPr indent="0" lvl="0" marL="0" rtl="0" algn="l">
                        <a:spcBef>
                          <a:spcPts val="0"/>
                        </a:spcBef>
                        <a:spcAft>
                          <a:spcPts val="0"/>
                        </a:spcAft>
                        <a:buNone/>
                      </a:pPr>
                      <a:r>
                        <a:rPr lang="en" sz="800"/>
                        <a:t>.312</a:t>
                      </a:r>
                      <a:endParaRPr sz="800"/>
                    </a:p>
                  </a:txBody>
                  <a:tcPr marT="91425" marB="91425" marR="91425" marL="91425"/>
                </a:tc>
              </a:tr>
              <a:tr h="365800">
                <a:tc>
                  <a:txBody>
                    <a:bodyPr/>
                    <a:lstStyle/>
                    <a:p>
                      <a:pPr indent="0" lvl="0" marL="0" rtl="0" algn="l">
                        <a:spcBef>
                          <a:spcPts val="0"/>
                        </a:spcBef>
                        <a:spcAft>
                          <a:spcPts val="0"/>
                        </a:spcAft>
                        <a:buNone/>
                      </a:pPr>
                      <a:r>
                        <a:rPr lang="en" sz="800"/>
                        <a:t>4</a:t>
                      </a:r>
                      <a:endParaRPr sz="800"/>
                    </a:p>
                  </a:txBody>
                  <a:tcPr marT="91425" marB="91425" marR="91425" marL="91425"/>
                </a:tc>
                <a:tc>
                  <a:txBody>
                    <a:bodyPr/>
                    <a:lstStyle/>
                    <a:p>
                      <a:pPr indent="0" lvl="0" marL="0" rtl="0" algn="l">
                        <a:spcBef>
                          <a:spcPts val="0"/>
                        </a:spcBef>
                        <a:spcAft>
                          <a:spcPts val="0"/>
                        </a:spcAft>
                        <a:buNone/>
                      </a:pPr>
                      <a:r>
                        <a:rPr lang="en" sz="800"/>
                        <a:t>47/9%</a:t>
                      </a:r>
                      <a:endParaRPr sz="800"/>
                    </a:p>
                  </a:txBody>
                  <a:tcPr marT="91425" marB="91425" marR="91425" marL="91425"/>
                </a:tc>
                <a:tc>
                  <a:txBody>
                    <a:bodyPr/>
                    <a:lstStyle/>
                    <a:p>
                      <a:pPr indent="0" lvl="0" marL="0" rtl="0" algn="l">
                        <a:spcBef>
                          <a:spcPts val="0"/>
                        </a:spcBef>
                        <a:spcAft>
                          <a:spcPts val="0"/>
                        </a:spcAft>
                        <a:buNone/>
                      </a:pPr>
                      <a:r>
                        <a:rPr lang="en" sz="800"/>
                        <a:t>.074</a:t>
                      </a:r>
                      <a:endParaRPr sz="800"/>
                    </a:p>
                  </a:txBody>
                  <a:tcPr marT="91425" marB="91425" marR="91425" marL="91425"/>
                </a:tc>
                <a:tc>
                  <a:txBody>
                    <a:bodyPr/>
                    <a:lstStyle/>
                    <a:p>
                      <a:pPr indent="0" lvl="0" marL="0" rtl="0" algn="l">
                        <a:spcBef>
                          <a:spcPts val="0"/>
                        </a:spcBef>
                        <a:spcAft>
                          <a:spcPts val="0"/>
                        </a:spcAft>
                        <a:buNone/>
                      </a:pPr>
                      <a:r>
                        <a:rPr lang="en" sz="800"/>
                        <a:t>9</a:t>
                      </a:r>
                      <a:endParaRPr sz="800"/>
                    </a:p>
                  </a:txBody>
                  <a:tcPr marT="91425" marB="91425" marR="91425" marL="91425"/>
                </a:tc>
                <a:tc>
                  <a:txBody>
                    <a:bodyPr/>
                    <a:lstStyle/>
                    <a:p>
                      <a:pPr indent="0" lvl="0" marL="0" rtl="0" algn="l">
                        <a:spcBef>
                          <a:spcPts val="0"/>
                        </a:spcBef>
                        <a:spcAft>
                          <a:spcPts val="0"/>
                        </a:spcAft>
                        <a:buNone/>
                      </a:pPr>
                      <a:r>
                        <a:rPr lang="en" sz="800"/>
                        <a:t>91/9%</a:t>
                      </a:r>
                      <a:endParaRPr sz="800"/>
                    </a:p>
                  </a:txBody>
                  <a:tcPr marT="91425" marB="91425" marR="91425" marL="91425"/>
                </a:tc>
                <a:tc>
                  <a:txBody>
                    <a:bodyPr/>
                    <a:lstStyle/>
                    <a:p>
                      <a:pPr indent="0" lvl="0" marL="0" rtl="0" algn="l">
                        <a:spcBef>
                          <a:spcPts val="0"/>
                        </a:spcBef>
                        <a:spcAft>
                          <a:spcPts val="0"/>
                        </a:spcAft>
                        <a:buNone/>
                      </a:pPr>
                      <a:r>
                        <a:rPr lang="en" sz="800"/>
                        <a:t>.473</a:t>
                      </a:r>
                      <a:endParaRPr sz="800"/>
                    </a:p>
                  </a:txBody>
                  <a:tcPr marT="91425" marB="91425" marR="91425" marL="91425"/>
                </a:tc>
              </a:tr>
              <a:tr h="365800">
                <a:tc>
                  <a:txBody>
                    <a:bodyPr/>
                    <a:lstStyle/>
                    <a:p>
                      <a:pPr indent="0" lvl="0" marL="0" rtl="0" algn="l">
                        <a:spcBef>
                          <a:spcPts val="0"/>
                        </a:spcBef>
                        <a:spcAft>
                          <a:spcPts val="0"/>
                        </a:spcAft>
                        <a:buNone/>
                      </a:pPr>
                      <a:r>
                        <a:rPr lang="en" sz="800"/>
                        <a:t>5</a:t>
                      </a:r>
                      <a:endParaRPr sz="800"/>
                    </a:p>
                  </a:txBody>
                  <a:tcPr marT="91425" marB="91425" marR="91425" marL="91425"/>
                </a:tc>
                <a:tc>
                  <a:txBody>
                    <a:bodyPr/>
                    <a:lstStyle/>
                    <a:p>
                      <a:pPr indent="0" lvl="0" marL="0" rtl="0" algn="l">
                        <a:spcBef>
                          <a:spcPts val="0"/>
                        </a:spcBef>
                        <a:spcAft>
                          <a:spcPts val="0"/>
                        </a:spcAft>
                        <a:buNone/>
                      </a:pPr>
                      <a:r>
                        <a:rPr lang="en" sz="800"/>
                        <a:t>55/9%</a:t>
                      </a:r>
                      <a:endParaRPr sz="800"/>
                    </a:p>
                  </a:txBody>
                  <a:tcPr marT="91425" marB="91425" marR="91425" marL="91425"/>
                </a:tc>
                <a:tc>
                  <a:txBody>
                    <a:bodyPr/>
                    <a:lstStyle/>
                    <a:p>
                      <a:pPr indent="0" lvl="0" marL="0" rtl="0" algn="l">
                        <a:spcBef>
                          <a:spcPts val="0"/>
                        </a:spcBef>
                        <a:spcAft>
                          <a:spcPts val="0"/>
                        </a:spcAft>
                        <a:buNone/>
                      </a:pPr>
                      <a:r>
                        <a:rPr lang="en" sz="800"/>
                        <a:t>.073</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rPr lang="en" sz="800"/>
                        <a:t>R</a:t>
                      </a:r>
                      <a:r>
                        <a:rPr baseline="30000" lang="en" sz="800"/>
                        <a:t>2</a:t>
                      </a:r>
                      <a:endParaRPr baseline="30000" sz="800"/>
                    </a:p>
                  </a:txBody>
                  <a:tcPr marT="91425" marB="91425" marR="91425" marL="91425"/>
                </a:tc>
                <a:tc>
                  <a:txBody>
                    <a:bodyPr/>
                    <a:lstStyle/>
                    <a:p>
                      <a:pPr indent="0" lvl="0" marL="0" rtl="0" algn="l">
                        <a:spcBef>
                          <a:spcPts val="0"/>
                        </a:spcBef>
                        <a:spcAft>
                          <a:spcPts val="0"/>
                        </a:spcAft>
                        <a:buNone/>
                      </a:pPr>
                      <a:r>
                        <a:rPr lang="en" sz="800"/>
                        <a:t>.7362</a:t>
                      </a:r>
                      <a:endParaRPr sz="800"/>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1"/>
          <p:cNvSpPr txBox="1"/>
          <p:nvPr>
            <p:ph type="title"/>
          </p:nvPr>
        </p:nvSpPr>
        <p:spPr>
          <a:xfrm>
            <a:off x="730800" y="285300"/>
            <a:ext cx="7682400" cy="467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900"/>
              <a:t>Regularized Autoregression Confirms Persistent Climate Memory</a:t>
            </a:r>
            <a:endParaRPr sz="1900"/>
          </a:p>
        </p:txBody>
      </p:sp>
      <p:sp>
        <p:nvSpPr>
          <p:cNvPr id="546" name="Google Shape;546;p71"/>
          <p:cNvSpPr txBox="1"/>
          <p:nvPr>
            <p:ph idx="1" type="body"/>
          </p:nvPr>
        </p:nvSpPr>
        <p:spPr>
          <a:xfrm>
            <a:off x="5890500" y="752400"/>
            <a:ext cx="3253500" cy="4079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400"/>
              <a:t>Both LASSO and Ridge identify dominant short-term persistence, and modest seasonal memory:</a:t>
            </a:r>
            <a:endParaRPr sz="1400"/>
          </a:p>
          <a:p>
            <a:pPr indent="-317500" lvl="0" marL="457200" rtl="0" algn="l">
              <a:spcBef>
                <a:spcPts val="1000"/>
              </a:spcBef>
              <a:spcAft>
                <a:spcPts val="0"/>
              </a:spcAft>
              <a:buSzPts val="1400"/>
              <a:buChar char="●"/>
            </a:pPr>
            <a:r>
              <a:rPr lang="en" sz="1400"/>
              <a:t>Dominant month-to-month persistence (lag 1 ≈ 0.21)</a:t>
            </a:r>
            <a:br>
              <a:rPr lang="en" sz="1400"/>
            </a:br>
            <a:endParaRPr sz="1400"/>
          </a:p>
          <a:p>
            <a:pPr indent="-317500" lvl="0" marL="457200" rtl="0" algn="l">
              <a:spcBef>
                <a:spcPts val="0"/>
              </a:spcBef>
              <a:spcAft>
                <a:spcPts val="0"/>
              </a:spcAft>
              <a:buSzPts val="1400"/>
              <a:buChar char="●"/>
            </a:pPr>
            <a:r>
              <a:rPr lang="en" sz="1400"/>
              <a:t>Gradual decay across subsequent months</a:t>
            </a:r>
            <a:br>
              <a:rPr lang="en" sz="1400"/>
            </a:br>
            <a:endParaRPr sz="1400"/>
          </a:p>
          <a:p>
            <a:pPr indent="-317500" lvl="0" marL="457200" rtl="0" algn="l">
              <a:spcBef>
                <a:spcPts val="0"/>
              </a:spcBef>
              <a:spcAft>
                <a:spcPts val="0"/>
              </a:spcAft>
              <a:buSzPts val="1400"/>
              <a:buChar char="●"/>
            </a:pPr>
            <a:r>
              <a:rPr lang="en" sz="1400"/>
              <a:t>Mild annual and biannual echoes (lags 12 and 24)</a:t>
            </a:r>
            <a:br>
              <a:rPr lang="en" sz="1400"/>
            </a:br>
            <a:endParaRPr sz="1400"/>
          </a:p>
          <a:p>
            <a:pPr indent="-317500" lvl="0" marL="457200" rtl="0" algn="l">
              <a:spcBef>
                <a:spcPts val="0"/>
              </a:spcBef>
              <a:spcAft>
                <a:spcPts val="0"/>
              </a:spcAft>
              <a:buSzPts val="1400"/>
              <a:buChar char="●"/>
            </a:pPr>
            <a:r>
              <a:rPr lang="en" sz="1400"/>
              <a:t>Ridge chosen over LASSO due to multicollinearity among lag predictors</a:t>
            </a:r>
            <a:endParaRPr/>
          </a:p>
          <a:p>
            <a:pPr indent="0" lvl="0" marL="0" rtl="0" algn="l">
              <a:spcBef>
                <a:spcPts val="1000"/>
              </a:spcBef>
              <a:spcAft>
                <a:spcPts val="1000"/>
              </a:spcAft>
              <a:buNone/>
            </a:pPr>
            <a:r>
              <a:t/>
            </a:r>
            <a:endParaRPr/>
          </a:p>
        </p:txBody>
      </p:sp>
      <p:pic>
        <p:nvPicPr>
          <p:cNvPr id="547" name="Google Shape;547;p71"/>
          <p:cNvPicPr preferRelativeResize="0"/>
          <p:nvPr/>
        </p:nvPicPr>
        <p:blipFill>
          <a:blip r:embed="rId3">
            <a:alphaModFix/>
          </a:blip>
          <a:stretch>
            <a:fillRect/>
          </a:stretch>
        </p:blipFill>
        <p:spPr>
          <a:xfrm>
            <a:off x="152325" y="752400"/>
            <a:ext cx="5518951" cy="3083850"/>
          </a:xfrm>
          <a:prstGeom prst="rect">
            <a:avLst/>
          </a:prstGeom>
          <a:noFill/>
          <a:ln>
            <a:noFill/>
          </a:ln>
        </p:spPr>
      </p:pic>
      <p:pic>
        <p:nvPicPr>
          <p:cNvPr id="548" name="Google Shape;548;p71"/>
          <p:cNvPicPr preferRelativeResize="0"/>
          <p:nvPr/>
        </p:nvPicPr>
        <p:blipFill>
          <a:blip r:embed="rId4">
            <a:alphaModFix/>
          </a:blip>
          <a:stretch>
            <a:fillRect/>
          </a:stretch>
        </p:blipFill>
        <p:spPr>
          <a:xfrm>
            <a:off x="152325" y="3982225"/>
            <a:ext cx="3913100" cy="356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2"/>
          <p:cNvSpPr txBox="1"/>
          <p:nvPr>
            <p:ph type="title"/>
          </p:nvPr>
        </p:nvSpPr>
        <p:spPr>
          <a:xfrm>
            <a:off x="730825" y="535650"/>
            <a:ext cx="7682400" cy="4671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Further</a:t>
            </a:r>
            <a:r>
              <a:rPr lang="en"/>
              <a:t> plans and goals</a:t>
            </a:r>
            <a:endParaRPr/>
          </a:p>
        </p:txBody>
      </p:sp>
      <p:cxnSp>
        <p:nvCxnSpPr>
          <p:cNvPr id="554" name="Google Shape;554;p72"/>
          <p:cNvCxnSpPr/>
          <p:nvPr/>
        </p:nvCxnSpPr>
        <p:spPr>
          <a:xfrm>
            <a:off x="3141450" y="1033750"/>
            <a:ext cx="2861100" cy="0"/>
          </a:xfrm>
          <a:prstGeom prst="straightConnector1">
            <a:avLst/>
          </a:prstGeom>
          <a:noFill/>
          <a:ln cap="flat" cmpd="sng" w="9525">
            <a:solidFill>
              <a:schemeClr val="accent1"/>
            </a:solidFill>
            <a:prstDash val="solid"/>
            <a:round/>
            <a:headEnd len="med" w="med" type="none"/>
            <a:tailEnd len="med" w="med" type="none"/>
          </a:ln>
        </p:spPr>
      </p:cxnSp>
      <p:sp>
        <p:nvSpPr>
          <p:cNvPr id="555" name="Google Shape;555;p72"/>
          <p:cNvSpPr txBox="1"/>
          <p:nvPr>
            <p:ph idx="1" type="body"/>
          </p:nvPr>
        </p:nvSpPr>
        <p:spPr>
          <a:xfrm>
            <a:off x="1278475" y="1242950"/>
            <a:ext cx="6587100" cy="1583100"/>
          </a:xfrm>
          <a:prstGeom prst="rect">
            <a:avLst/>
          </a:prstGeom>
        </p:spPr>
        <p:txBody>
          <a:bodyPr anchorCtr="0" anchor="t" bIns="0" lIns="0" spcFirstLastPara="1" rIns="0" wrap="square" tIns="0">
            <a:noAutofit/>
          </a:bodyPr>
          <a:lstStyle/>
          <a:p>
            <a:pPr indent="-330200" lvl="0" marL="457200" rtl="0" algn="l">
              <a:spcBef>
                <a:spcPts val="0"/>
              </a:spcBef>
              <a:spcAft>
                <a:spcPts val="0"/>
              </a:spcAft>
              <a:buSzPts val="1600"/>
              <a:buChar char="●"/>
            </a:pPr>
            <a:r>
              <a:rPr lang="en"/>
              <a:t>Begin fitting more </a:t>
            </a:r>
            <a:r>
              <a:rPr lang="en"/>
              <a:t>sophisticated</a:t>
            </a:r>
            <a:r>
              <a:rPr lang="en"/>
              <a:t> modern methods, such and Polynomial regression with LASSO or model selection. </a:t>
            </a:r>
            <a:endParaRPr/>
          </a:p>
          <a:p>
            <a:pPr indent="-330200" lvl="0" marL="457200" rtl="0" algn="l">
              <a:spcBef>
                <a:spcPts val="0"/>
              </a:spcBef>
              <a:spcAft>
                <a:spcPts val="0"/>
              </a:spcAft>
              <a:buSzPts val="1600"/>
              <a:buChar char="●"/>
            </a:pPr>
            <a:r>
              <a:rPr lang="en"/>
              <a:t>Incorporate</a:t>
            </a:r>
            <a:r>
              <a:rPr lang="en"/>
              <a:t> other </a:t>
            </a:r>
            <a:r>
              <a:rPr lang="en"/>
              <a:t>methods</a:t>
            </a:r>
            <a:r>
              <a:rPr lang="en"/>
              <a:t> such as LDA, Tree Based Methods, and Neural Networks</a:t>
            </a:r>
            <a:endParaRPr/>
          </a:p>
          <a:p>
            <a:pPr indent="-330200" lvl="0" marL="457200" rtl="0" algn="l">
              <a:spcBef>
                <a:spcPts val="0"/>
              </a:spcBef>
              <a:spcAft>
                <a:spcPts val="0"/>
              </a:spcAft>
              <a:buSzPts val="1600"/>
              <a:buChar char="●"/>
            </a:pPr>
            <a:r>
              <a:rPr lang="en"/>
              <a:t>Begin building Bootstrapped </a:t>
            </a:r>
            <a:r>
              <a:rPr lang="en"/>
              <a:t>confidence</a:t>
            </a:r>
            <a:r>
              <a:rPr lang="en"/>
              <a:t> intervals to provide testing against the SARMIA baseline. </a:t>
            </a:r>
            <a:endParaRPr/>
          </a:p>
        </p:txBody>
      </p:sp>
      <p:pic>
        <p:nvPicPr>
          <p:cNvPr id="556" name="Google Shape;556;p72"/>
          <p:cNvPicPr preferRelativeResize="0"/>
          <p:nvPr/>
        </p:nvPicPr>
        <p:blipFill>
          <a:blip r:embed="rId3">
            <a:alphaModFix/>
          </a:blip>
          <a:stretch>
            <a:fillRect/>
          </a:stretch>
        </p:blipFill>
        <p:spPr>
          <a:xfrm>
            <a:off x="1712100" y="2826050"/>
            <a:ext cx="3430255" cy="20126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60" name="Shape 560"/>
        <p:cNvGrpSpPr/>
        <p:nvPr/>
      </p:nvGrpSpPr>
      <p:grpSpPr>
        <a:xfrm>
          <a:off x="0" y="0"/>
          <a:ext cx="0" cy="0"/>
          <a:chOff x="0" y="0"/>
          <a:chExt cx="0" cy="0"/>
        </a:xfrm>
      </p:grpSpPr>
      <p:pic>
        <p:nvPicPr>
          <p:cNvPr id="561" name="Google Shape;561;p73">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ntroduction to Cloud Computing Workshop by Slidesgo">
  <a:themeElements>
    <a:clrScheme name="Simple Light">
      <a:dk1>
        <a:srgbClr val="F57474"/>
      </a:dk1>
      <a:lt1>
        <a:srgbClr val="F9D923"/>
      </a:lt1>
      <a:dk2>
        <a:srgbClr val="36AE7C"/>
      </a:dk2>
      <a:lt2>
        <a:srgbClr val="187498"/>
      </a:lt2>
      <a:accent1>
        <a:srgbClr val="062531"/>
      </a:accent1>
      <a:accent2>
        <a:srgbClr val="FFFFFF"/>
      </a:accent2>
      <a:accent3>
        <a:srgbClr val="FFFFFF"/>
      </a:accent3>
      <a:accent4>
        <a:srgbClr val="FFFFFF"/>
      </a:accent4>
      <a:accent5>
        <a:srgbClr val="FFFFFF"/>
      </a:accent5>
      <a:accent6>
        <a:srgbClr val="FFFFFF"/>
      </a:accent6>
      <a:hlink>
        <a:srgbClr val="0625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roduction to Cloud Computing Workshop by Slidesgo">
  <a:themeElements>
    <a:clrScheme name="Simple Light">
      <a:dk1>
        <a:srgbClr val="F57474"/>
      </a:dk1>
      <a:lt1>
        <a:srgbClr val="F9D923"/>
      </a:lt1>
      <a:dk2>
        <a:srgbClr val="36AE7C"/>
      </a:dk2>
      <a:lt2>
        <a:srgbClr val="187498"/>
      </a:lt2>
      <a:accent1>
        <a:srgbClr val="062531"/>
      </a:accent1>
      <a:accent2>
        <a:srgbClr val="FFFFFF"/>
      </a:accent2>
      <a:accent3>
        <a:srgbClr val="FFFFFF"/>
      </a:accent3>
      <a:accent4>
        <a:srgbClr val="FFFFFF"/>
      </a:accent4>
      <a:accent5>
        <a:srgbClr val="FFFFFF"/>
      </a:accent5>
      <a:accent6>
        <a:srgbClr val="FFFFFF"/>
      </a:accent6>
      <a:hlink>
        <a:srgbClr val="0625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